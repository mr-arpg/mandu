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4" r:id="rId5"/>
    <p:sldId id="261" r:id="rId6"/>
    <p:sldId id="259" r:id="rId7"/>
    <p:sldId id="258" r:id="rId8"/>
    <p:sldId id="257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10F"/>
    <a:srgbClr val="EDEBD7"/>
    <a:srgbClr val="A855F7"/>
    <a:srgbClr val="221D23"/>
    <a:srgbClr val="F78DA7"/>
    <a:srgbClr val="9900EF"/>
    <a:srgbClr val="423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D1B5D-3AC7-4C0D-929A-6B847DEC00EF}" v="80" dt="2026-04-24T02:30:32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Gonçalves" userId="3d75f70b-5a85-4a38-b607-e8cf32c384de" providerId="ADAL" clId="{F7CC8C03-4873-42B4-9482-DA98FD5007C5}"/>
    <pc:docChg chg="undo custSel addSld delSld modSld">
      <pc:chgData name="Armando Gonçalves" userId="3d75f70b-5a85-4a38-b607-e8cf32c384de" providerId="ADAL" clId="{F7CC8C03-4873-42B4-9482-DA98FD5007C5}" dt="2026-04-24T13:47:06.662" v="590" actId="2711"/>
      <pc:docMkLst>
        <pc:docMk/>
      </pc:docMkLst>
      <pc:sldChg chg="addSp delSp modSp new mod setBg addAnim delAnim modAnim">
        <pc:chgData name="Armando Gonçalves" userId="3d75f70b-5a85-4a38-b607-e8cf32c384de" providerId="ADAL" clId="{F7CC8C03-4873-42B4-9482-DA98FD5007C5}" dt="2026-04-24T13:47:06.662" v="590" actId="2711"/>
        <pc:sldMkLst>
          <pc:docMk/>
          <pc:sldMk cId="1465801647" sldId="256"/>
        </pc:sldMkLst>
        <pc:spChg chg="del mod">
          <ac:chgData name="Armando Gonçalves" userId="3d75f70b-5a85-4a38-b607-e8cf32c384de" providerId="ADAL" clId="{F7CC8C03-4873-42B4-9482-DA98FD5007C5}" dt="2026-04-24T01:33:09.392" v="373" actId="478"/>
          <ac:spMkLst>
            <pc:docMk/>
            <pc:sldMk cId="1465801647" sldId="256"/>
            <ac:spMk id="2" creationId="{814F99B4-C5DA-B170-913D-3D1F974C3527}"/>
          </ac:spMkLst>
        </pc:spChg>
        <pc:spChg chg="del">
          <ac:chgData name="Armando Gonçalves" userId="3d75f70b-5a85-4a38-b607-e8cf32c384de" providerId="ADAL" clId="{F7CC8C03-4873-42B4-9482-DA98FD5007C5}" dt="2026-04-24T00:10:29.734" v="1" actId="478"/>
          <ac:spMkLst>
            <pc:docMk/>
            <pc:sldMk cId="1465801647" sldId="256"/>
            <ac:spMk id="3" creationId="{4AE43A74-348F-AB38-945D-C7645F1B9DB7}"/>
          </ac:spMkLst>
        </pc:spChg>
        <pc:spChg chg="add del mod">
          <ac:chgData name="Armando Gonçalves" userId="3d75f70b-5a85-4a38-b607-e8cf32c384de" providerId="ADAL" clId="{F7CC8C03-4873-42B4-9482-DA98FD5007C5}" dt="2026-04-24T01:37:13.985" v="392" actId="478"/>
          <ac:spMkLst>
            <pc:docMk/>
            <pc:sldMk cId="1465801647" sldId="256"/>
            <ac:spMk id="5" creationId="{A84A6957-4F5B-0303-0771-C8391DA568BF}"/>
          </ac:spMkLst>
        </pc:spChg>
        <pc:spChg chg="add mod">
          <ac:chgData name="Armando Gonçalves" userId="3d75f70b-5a85-4a38-b607-e8cf32c384de" providerId="ADAL" clId="{F7CC8C03-4873-42B4-9482-DA98FD5007C5}" dt="2026-04-24T13:47:06.662" v="590" actId="2711"/>
          <ac:spMkLst>
            <pc:docMk/>
            <pc:sldMk cId="1465801647" sldId="256"/>
            <ac:spMk id="6" creationId="{006B631D-AB6A-6218-1DD2-1304C3AC7393}"/>
          </ac:spMkLst>
        </pc:spChg>
        <pc:spChg chg="add del mod">
          <ac:chgData name="Armando Gonçalves" userId="3d75f70b-5a85-4a38-b607-e8cf32c384de" providerId="ADAL" clId="{F7CC8C03-4873-42B4-9482-DA98FD5007C5}" dt="2026-04-24T01:33:12.721" v="375" actId="478"/>
          <ac:spMkLst>
            <pc:docMk/>
            <pc:sldMk cId="1465801647" sldId="256"/>
            <ac:spMk id="8" creationId="{34A9807D-50AA-1915-D428-6160FE1DC317}"/>
          </ac:spMkLst>
        </pc:spChg>
        <pc:spChg chg="add mod">
          <ac:chgData name="Armando Gonçalves" userId="3d75f70b-5a85-4a38-b607-e8cf32c384de" providerId="ADAL" clId="{F7CC8C03-4873-42B4-9482-DA98FD5007C5}" dt="2026-04-24T02:13:11.155" v="498" actId="207"/>
          <ac:spMkLst>
            <pc:docMk/>
            <pc:sldMk cId="1465801647" sldId="256"/>
            <ac:spMk id="9" creationId="{B0A5282F-3D5D-D8E1-9BE8-F19F44061CC3}"/>
          </ac:spMkLst>
        </pc:spChg>
        <pc:spChg chg="add del mod">
          <ac:chgData name="Armando Gonçalves" userId="3d75f70b-5a85-4a38-b607-e8cf32c384de" providerId="ADAL" clId="{F7CC8C03-4873-42B4-9482-DA98FD5007C5}" dt="2026-04-24T02:27:51.166" v="552" actId="478"/>
          <ac:spMkLst>
            <pc:docMk/>
            <pc:sldMk cId="1465801647" sldId="256"/>
            <ac:spMk id="10" creationId="{20518295-78D6-ECEE-9CE7-C041D9654EF5}"/>
          </ac:spMkLst>
        </pc:spChg>
        <pc:spChg chg="add mod">
          <ac:chgData name="Armando Gonçalves" userId="3d75f70b-5a85-4a38-b607-e8cf32c384de" providerId="ADAL" clId="{F7CC8C03-4873-42B4-9482-DA98FD5007C5}" dt="2026-04-24T02:34:31.021" v="585" actId="255"/>
          <ac:spMkLst>
            <pc:docMk/>
            <pc:sldMk cId="1465801647" sldId="256"/>
            <ac:spMk id="11" creationId="{7EF61F35-E2EF-2E76-FE38-7A240809CFC9}"/>
          </ac:spMkLst>
        </pc:spChg>
        <pc:spChg chg="add mod">
          <ac:chgData name="Armando Gonçalves" userId="3d75f70b-5a85-4a38-b607-e8cf32c384de" providerId="ADAL" clId="{F7CC8C03-4873-42B4-9482-DA98FD5007C5}" dt="2026-04-24T02:38:25.763" v="589" actId="113"/>
          <ac:spMkLst>
            <pc:docMk/>
            <pc:sldMk cId="1465801647" sldId="256"/>
            <ac:spMk id="12" creationId="{A899995D-CC8C-56DB-DEC4-E28083C84FAA}"/>
          </ac:spMkLst>
        </pc:spChg>
        <pc:picChg chg="add del mod">
          <ac:chgData name="Armando Gonçalves" userId="3d75f70b-5a85-4a38-b607-e8cf32c384de" providerId="ADAL" clId="{F7CC8C03-4873-42B4-9482-DA98FD5007C5}" dt="2026-04-24T01:20:17.298" v="316" actId="478"/>
          <ac:picMkLst>
            <pc:docMk/>
            <pc:sldMk cId="1465801647" sldId="256"/>
            <ac:picMk id="4" creationId="{5E3AE72A-AF00-94A3-9F2D-FA47092155E8}"/>
          </ac:picMkLst>
        </pc:picChg>
        <pc:picChg chg="add del mod">
          <ac:chgData name="Armando Gonçalves" userId="3d75f70b-5a85-4a38-b607-e8cf32c384de" providerId="ADAL" clId="{F7CC8C03-4873-42B4-9482-DA98FD5007C5}" dt="2026-04-24T01:37:54.971" v="394" actId="478"/>
          <ac:picMkLst>
            <pc:docMk/>
            <pc:sldMk cId="1465801647" sldId="256"/>
            <ac:picMk id="1026" creationId="{C8A2F263-7EEC-1B2D-04F9-449960502372}"/>
          </ac:picMkLst>
        </pc:picChg>
        <pc:picChg chg="add del mod">
          <ac:chgData name="Armando Gonçalves" userId="3d75f70b-5a85-4a38-b607-e8cf32c384de" providerId="ADAL" clId="{F7CC8C03-4873-42B4-9482-DA98FD5007C5}" dt="2026-04-24T01:43:07.964" v="405" actId="478"/>
          <ac:picMkLst>
            <pc:docMk/>
            <pc:sldMk cId="1465801647" sldId="256"/>
            <ac:picMk id="1028" creationId="{0C62C770-84A2-AB8E-8481-22B0A966A027}"/>
          </ac:picMkLst>
        </pc:picChg>
      </pc:sldChg>
      <pc:sldChg chg="new del">
        <pc:chgData name="Armando Gonçalves" userId="3d75f70b-5a85-4a38-b607-e8cf32c384de" providerId="ADAL" clId="{F7CC8C03-4873-42B4-9482-DA98FD5007C5}" dt="2026-04-24T00:51:08.570" v="76" actId="47"/>
        <pc:sldMkLst>
          <pc:docMk/>
          <pc:sldMk cId="412072164" sldId="257"/>
        </pc:sldMkLst>
      </pc:sldChg>
      <pc:sldChg chg="modSp add mod">
        <pc:chgData name="Armando Gonçalves" userId="3d75f70b-5a85-4a38-b607-e8cf32c384de" providerId="ADAL" clId="{F7CC8C03-4873-42B4-9482-DA98FD5007C5}" dt="2026-04-24T00:57:30.647" v="206" actId="20577"/>
        <pc:sldMkLst>
          <pc:docMk/>
          <pc:sldMk cId="3743087836" sldId="257"/>
        </pc:sldMkLst>
        <pc:spChg chg="mod">
          <ac:chgData name="Armando Gonçalves" userId="3d75f70b-5a85-4a38-b607-e8cf32c384de" providerId="ADAL" clId="{F7CC8C03-4873-42B4-9482-DA98FD5007C5}" dt="2026-04-24T00:57:30.647" v="206" actId="20577"/>
          <ac:spMkLst>
            <pc:docMk/>
            <pc:sldMk cId="3743087836" sldId="257"/>
            <ac:spMk id="2" creationId="{83F205AC-0E5C-4CB7-C253-5BBA06A0E482}"/>
          </ac:spMkLst>
        </pc:spChg>
      </pc:sldChg>
      <pc:sldChg chg="addSp delSp modSp add mod">
        <pc:chgData name="Armando Gonçalves" userId="3d75f70b-5a85-4a38-b607-e8cf32c384de" providerId="ADAL" clId="{F7CC8C03-4873-42B4-9482-DA98FD5007C5}" dt="2026-04-24T01:11:48.895" v="287" actId="478"/>
        <pc:sldMkLst>
          <pc:docMk/>
          <pc:sldMk cId="2822620261" sldId="258"/>
        </pc:sldMkLst>
        <pc:spChg chg="add del mod">
          <ac:chgData name="Armando Gonçalves" userId="3d75f70b-5a85-4a38-b607-e8cf32c384de" providerId="ADAL" clId="{F7CC8C03-4873-42B4-9482-DA98FD5007C5}" dt="2026-04-24T01:11:48.895" v="287" actId="478"/>
          <ac:spMkLst>
            <pc:docMk/>
            <pc:sldMk cId="2822620261" sldId="258"/>
            <ac:spMk id="2" creationId="{A4ACE575-5F1B-F34F-CD9F-A8398787A76A}"/>
          </ac:spMkLst>
        </pc:spChg>
        <pc:spChg chg="add del mod">
          <ac:chgData name="Armando Gonçalves" userId="3d75f70b-5a85-4a38-b607-e8cf32c384de" providerId="ADAL" clId="{F7CC8C03-4873-42B4-9482-DA98FD5007C5}" dt="2026-04-24T00:57:20.827" v="197" actId="478"/>
          <ac:spMkLst>
            <pc:docMk/>
            <pc:sldMk cId="2822620261" sldId="258"/>
            <ac:spMk id="3" creationId="{D4E69AAE-FAC9-4424-D95E-F3C6DBC8C840}"/>
          </ac:spMkLst>
        </pc:spChg>
        <pc:spChg chg="add mod">
          <ac:chgData name="Armando Gonçalves" userId="3d75f70b-5a85-4a38-b607-e8cf32c384de" providerId="ADAL" clId="{F7CC8C03-4873-42B4-9482-DA98FD5007C5}" dt="2026-04-24T01:11:31.960" v="278" actId="207"/>
          <ac:spMkLst>
            <pc:docMk/>
            <pc:sldMk cId="2822620261" sldId="258"/>
            <ac:spMk id="5" creationId="{AC27D211-3E1D-DF6F-B25E-C04B4A5D97B8}"/>
          </ac:spMkLst>
        </pc:spChg>
        <pc:spChg chg="add del">
          <ac:chgData name="Armando Gonçalves" userId="3d75f70b-5a85-4a38-b607-e8cf32c384de" providerId="ADAL" clId="{F7CC8C03-4873-42B4-9482-DA98FD5007C5}" dt="2026-04-24T01:10:20.819" v="257" actId="478"/>
          <ac:spMkLst>
            <pc:docMk/>
            <pc:sldMk cId="2822620261" sldId="258"/>
            <ac:spMk id="12" creationId="{8894919D-B6BC-9E7E-32B9-D8AC02D006BA}"/>
          </ac:spMkLst>
        </pc:spChg>
        <pc:spChg chg="add mod ord">
          <ac:chgData name="Armando Gonçalves" userId="3d75f70b-5a85-4a38-b607-e8cf32c384de" providerId="ADAL" clId="{F7CC8C03-4873-42B4-9482-DA98FD5007C5}" dt="2026-04-24T01:11:38.440" v="283" actId="171"/>
          <ac:spMkLst>
            <pc:docMk/>
            <pc:sldMk cId="2822620261" sldId="258"/>
            <ac:spMk id="13" creationId="{75EF8767-C442-CF9D-6AAF-C4D843300075}"/>
          </ac:spMkLst>
        </pc:spChg>
        <pc:spChg chg="add del mod">
          <ac:chgData name="Armando Gonçalves" userId="3d75f70b-5a85-4a38-b607-e8cf32c384de" providerId="ADAL" clId="{F7CC8C03-4873-42B4-9482-DA98FD5007C5}" dt="2026-04-24T01:11:48.895" v="287" actId="478"/>
          <ac:spMkLst>
            <pc:docMk/>
            <pc:sldMk cId="2822620261" sldId="258"/>
            <ac:spMk id="15" creationId="{D501C825-0D0C-253E-1B2A-D9D7B7E49BA6}"/>
          </ac:spMkLst>
        </pc:spChg>
        <pc:grpChg chg="add del mod">
          <ac:chgData name="Armando Gonçalves" userId="3d75f70b-5a85-4a38-b607-e8cf32c384de" providerId="ADAL" clId="{F7CC8C03-4873-42B4-9482-DA98FD5007C5}" dt="2026-04-24T01:09:59.903" v="255" actId="478"/>
          <ac:grpSpMkLst>
            <pc:docMk/>
            <pc:sldMk cId="2822620261" sldId="258"/>
            <ac:grpSpMk id="11" creationId="{AC06387C-97EF-2364-6633-EBF3EC30CD02}"/>
          </ac:grpSpMkLst>
        </pc:grpChg>
        <pc:inkChg chg="add del mod">
          <ac:chgData name="Armando Gonçalves" userId="3d75f70b-5a85-4a38-b607-e8cf32c384de" providerId="ADAL" clId="{F7CC8C03-4873-42B4-9482-DA98FD5007C5}" dt="2026-04-24T01:09:27.978" v="253" actId="164"/>
          <ac:inkMkLst>
            <pc:docMk/>
            <pc:sldMk cId="2822620261" sldId="258"/>
            <ac:inkMk id="6" creationId="{D00F14A9-C53E-FB2A-C013-C97FFD94F92A}"/>
          </ac:inkMkLst>
        </pc:inkChg>
        <pc:inkChg chg="add mod">
          <ac:chgData name="Armando Gonçalves" userId="3d75f70b-5a85-4a38-b607-e8cf32c384de" providerId="ADAL" clId="{F7CC8C03-4873-42B4-9482-DA98FD5007C5}" dt="2026-04-24T01:08:53.717" v="246"/>
          <ac:inkMkLst>
            <pc:docMk/>
            <pc:sldMk cId="2822620261" sldId="258"/>
            <ac:inkMk id="7" creationId="{DA119FDA-9491-AE66-AEE9-5F1645256192}"/>
          </ac:inkMkLst>
        </pc:inkChg>
        <pc:inkChg chg="add del mod">
          <ac:chgData name="Armando Gonçalves" userId="3d75f70b-5a85-4a38-b607-e8cf32c384de" providerId="ADAL" clId="{F7CC8C03-4873-42B4-9482-DA98FD5007C5}" dt="2026-04-24T01:09:27.978" v="253" actId="164"/>
          <ac:inkMkLst>
            <pc:docMk/>
            <pc:sldMk cId="2822620261" sldId="258"/>
            <ac:inkMk id="8" creationId="{D1C92A18-1C49-27A1-9429-765138884A7E}"/>
          </ac:inkMkLst>
        </pc:inkChg>
        <pc:inkChg chg="add">
          <ac:chgData name="Armando Gonçalves" userId="3d75f70b-5a85-4a38-b607-e8cf32c384de" providerId="ADAL" clId="{F7CC8C03-4873-42B4-9482-DA98FD5007C5}" dt="2026-04-24T01:09:03.296" v="249"/>
          <ac:inkMkLst>
            <pc:docMk/>
            <pc:sldMk cId="2822620261" sldId="258"/>
            <ac:inkMk id="9" creationId="{E6A2423B-585E-F5D8-6BFB-17C15710C1DE}"/>
          </ac:inkMkLst>
        </pc:inkChg>
        <pc:inkChg chg="add del">
          <ac:chgData name="Armando Gonçalves" userId="3d75f70b-5a85-4a38-b607-e8cf32c384de" providerId="ADAL" clId="{F7CC8C03-4873-42B4-9482-DA98FD5007C5}" dt="2026-04-24T01:09:07.881" v="252" actId="9405"/>
          <ac:inkMkLst>
            <pc:docMk/>
            <pc:sldMk cId="2822620261" sldId="258"/>
            <ac:inkMk id="10" creationId="{2299B71F-FA12-AD8B-3871-66F121519C77}"/>
          </ac:inkMkLst>
        </pc:inkChg>
      </pc:sldChg>
      <pc:sldChg chg="addSp delSp modSp add mod modTransition">
        <pc:chgData name="Armando Gonçalves" userId="3d75f70b-5a85-4a38-b607-e8cf32c384de" providerId="ADAL" clId="{F7CC8C03-4873-42B4-9482-DA98FD5007C5}" dt="2026-04-24T01:14:42.395" v="303" actId="207"/>
        <pc:sldMkLst>
          <pc:docMk/>
          <pc:sldMk cId="881882150" sldId="259"/>
        </pc:sldMkLst>
        <pc:spChg chg="del mod">
          <ac:chgData name="Armando Gonçalves" userId="3d75f70b-5a85-4a38-b607-e8cf32c384de" providerId="ADAL" clId="{F7CC8C03-4873-42B4-9482-DA98FD5007C5}" dt="2026-04-24T01:14:26.744" v="300" actId="478"/>
          <ac:spMkLst>
            <pc:docMk/>
            <pc:sldMk cId="881882150" sldId="259"/>
            <ac:spMk id="2" creationId="{519A4130-F722-D395-E8E6-CD33903DDDAA}"/>
          </ac:spMkLst>
        </pc:spChg>
        <pc:spChg chg="add del mod">
          <ac:chgData name="Armando Gonçalves" userId="3d75f70b-5a85-4a38-b607-e8cf32c384de" providerId="ADAL" clId="{F7CC8C03-4873-42B4-9482-DA98FD5007C5}" dt="2026-04-24T01:14:29.999" v="301" actId="478"/>
          <ac:spMkLst>
            <pc:docMk/>
            <pc:sldMk cId="881882150" sldId="259"/>
            <ac:spMk id="5" creationId="{8A37A2A7-4888-840E-8151-382CCFA78126}"/>
          </ac:spMkLst>
        </pc:spChg>
        <pc:spChg chg="add mod">
          <ac:chgData name="Armando Gonçalves" userId="3d75f70b-5a85-4a38-b607-e8cf32c384de" providerId="ADAL" clId="{F7CC8C03-4873-42B4-9482-DA98FD5007C5}" dt="2026-04-24T01:14:42.395" v="303" actId="207"/>
          <ac:spMkLst>
            <pc:docMk/>
            <pc:sldMk cId="881882150" sldId="259"/>
            <ac:spMk id="6" creationId="{A1125206-E101-48E8-4015-E36B10BB5CF0}"/>
          </ac:spMkLst>
        </pc:spChg>
      </pc:sldChg>
      <pc:sldChg chg="modSp add del mod">
        <pc:chgData name="Armando Gonçalves" userId="3d75f70b-5a85-4a38-b607-e8cf32c384de" providerId="ADAL" clId="{F7CC8C03-4873-42B4-9482-DA98FD5007C5}" dt="2026-04-24T01:26:03.805" v="331" actId="47"/>
        <pc:sldMkLst>
          <pc:docMk/>
          <pc:sldMk cId="3696337086" sldId="260"/>
        </pc:sldMkLst>
        <pc:spChg chg="mod">
          <ac:chgData name="Armando Gonçalves" userId="3d75f70b-5a85-4a38-b607-e8cf32c384de" providerId="ADAL" clId="{F7CC8C03-4873-42B4-9482-DA98FD5007C5}" dt="2026-04-24T01:24:51.304" v="327" actId="207"/>
          <ac:spMkLst>
            <pc:docMk/>
            <pc:sldMk cId="3696337086" sldId="260"/>
            <ac:spMk id="2" creationId="{FE60E8F1-304E-FAB4-21CA-F201110E8BC6}"/>
          </ac:spMkLst>
        </pc:spChg>
      </pc:sldChg>
      <pc:sldChg chg="modSp add mod">
        <pc:chgData name="Armando Gonçalves" userId="3d75f70b-5a85-4a38-b607-e8cf32c384de" providerId="ADAL" clId="{F7CC8C03-4873-42B4-9482-DA98FD5007C5}" dt="2026-04-24T01:26:17.007" v="332" actId="207"/>
        <pc:sldMkLst>
          <pc:docMk/>
          <pc:sldMk cId="724961579" sldId="261"/>
        </pc:sldMkLst>
        <pc:spChg chg="mod">
          <ac:chgData name="Armando Gonçalves" userId="3d75f70b-5a85-4a38-b607-e8cf32c384de" providerId="ADAL" clId="{F7CC8C03-4873-42B4-9482-DA98FD5007C5}" dt="2026-04-24T01:26:17.007" v="332" actId="207"/>
          <ac:spMkLst>
            <pc:docMk/>
            <pc:sldMk cId="724961579" sldId="261"/>
            <ac:spMk id="2" creationId="{F533A270-A10C-37C5-18E2-449F7B91129B}"/>
          </ac:spMkLst>
        </pc:spChg>
      </pc:sldChg>
      <pc:sldChg chg="addSp delSp modSp add mod modTransition">
        <pc:chgData name="Armando Gonçalves" userId="3d75f70b-5a85-4a38-b607-e8cf32c384de" providerId="ADAL" clId="{F7CC8C03-4873-42B4-9482-DA98FD5007C5}" dt="2026-04-24T02:26:01.051" v="544" actId="1076"/>
        <pc:sldMkLst>
          <pc:docMk/>
          <pc:sldMk cId="749102786" sldId="262"/>
        </pc:sldMkLst>
        <pc:spChg chg="mod">
          <ac:chgData name="Armando Gonçalves" userId="3d75f70b-5a85-4a38-b607-e8cf32c384de" providerId="ADAL" clId="{F7CC8C03-4873-42B4-9482-DA98FD5007C5}" dt="2026-04-24T02:24:18.851" v="534" actId="20577"/>
          <ac:spMkLst>
            <pc:docMk/>
            <pc:sldMk cId="749102786" sldId="262"/>
            <ac:spMk id="2" creationId="{4EA3197D-9462-8110-B4D5-B82851DB8B52}"/>
          </ac:spMkLst>
        </pc:spChg>
        <pc:spChg chg="add del mod">
          <ac:chgData name="Armando Gonçalves" userId="3d75f70b-5a85-4a38-b607-e8cf32c384de" providerId="ADAL" clId="{F7CC8C03-4873-42B4-9482-DA98FD5007C5}" dt="2026-04-24T01:38:37.642" v="397" actId="478"/>
          <ac:spMkLst>
            <pc:docMk/>
            <pc:sldMk cId="749102786" sldId="262"/>
            <ac:spMk id="3" creationId="{5234E8FF-7BE7-1272-AA1E-7F4C3BC76BAA}"/>
          </ac:spMkLst>
        </pc:spChg>
        <pc:spChg chg="add del mod">
          <ac:chgData name="Armando Gonçalves" userId="3d75f70b-5a85-4a38-b607-e8cf32c384de" providerId="ADAL" clId="{F7CC8C03-4873-42B4-9482-DA98FD5007C5}" dt="2026-04-24T01:51:05.920" v="428" actId="478"/>
          <ac:spMkLst>
            <pc:docMk/>
            <pc:sldMk cId="749102786" sldId="262"/>
            <ac:spMk id="4" creationId="{0701FB16-5AD6-99C6-D1C0-AF2072C37463}"/>
          </ac:spMkLst>
        </pc:spChg>
        <pc:spChg chg="del mod">
          <ac:chgData name="Armando Gonçalves" userId="3d75f70b-5a85-4a38-b607-e8cf32c384de" providerId="ADAL" clId="{F7CC8C03-4873-42B4-9482-DA98FD5007C5}" dt="2026-04-24T01:33:02.358" v="371" actId="478"/>
          <ac:spMkLst>
            <pc:docMk/>
            <pc:sldMk cId="749102786" sldId="262"/>
            <ac:spMk id="5" creationId="{9C2C9195-15C9-A680-AA9E-E4CBC5A66056}"/>
          </ac:spMkLst>
        </pc:spChg>
        <pc:spChg chg="del">
          <ac:chgData name="Armando Gonçalves" userId="3d75f70b-5a85-4a38-b607-e8cf32c384de" providerId="ADAL" clId="{F7CC8C03-4873-42B4-9482-DA98FD5007C5}" dt="2026-04-24T01:29:36.168" v="362" actId="478"/>
          <ac:spMkLst>
            <pc:docMk/>
            <pc:sldMk cId="749102786" sldId="262"/>
            <ac:spMk id="6" creationId="{A8442E3B-5F49-89A5-3935-74BA5AF15451}"/>
          </ac:spMkLst>
        </pc:spChg>
        <pc:picChg chg="add mod">
          <ac:chgData name="Armando Gonçalves" userId="3d75f70b-5a85-4a38-b607-e8cf32c384de" providerId="ADAL" clId="{F7CC8C03-4873-42B4-9482-DA98FD5007C5}" dt="2026-04-24T02:26:01.051" v="544" actId="1076"/>
          <ac:picMkLst>
            <pc:docMk/>
            <pc:sldMk cId="749102786" sldId="262"/>
            <ac:picMk id="7" creationId="{8D743E8D-BDF6-529B-9911-C129DE13EB98}"/>
          </ac:picMkLst>
        </pc:picChg>
      </pc:sldChg>
      <pc:sldChg chg="addSp delSp modSp add mod modTransition">
        <pc:chgData name="Armando Gonçalves" userId="3d75f70b-5a85-4a38-b607-e8cf32c384de" providerId="ADAL" clId="{F7CC8C03-4873-42B4-9482-DA98FD5007C5}" dt="2026-04-24T02:14:51.135" v="509" actId="20577"/>
        <pc:sldMkLst>
          <pc:docMk/>
          <pc:sldMk cId="2776169816" sldId="263"/>
        </pc:sldMkLst>
        <pc:spChg chg="add del mod">
          <ac:chgData name="Armando Gonçalves" userId="3d75f70b-5a85-4a38-b607-e8cf32c384de" providerId="ADAL" clId="{F7CC8C03-4873-42B4-9482-DA98FD5007C5}" dt="2026-04-24T01:50:24.026" v="427" actId="478"/>
          <ac:spMkLst>
            <pc:docMk/>
            <pc:sldMk cId="2776169816" sldId="263"/>
            <ac:spMk id="2" creationId="{A1C93238-F6D9-AF58-914B-9F71DA25BA05}"/>
          </ac:spMkLst>
        </pc:spChg>
        <pc:spChg chg="add del mod">
          <ac:chgData name="Armando Gonçalves" userId="3d75f70b-5a85-4a38-b607-e8cf32c384de" providerId="ADAL" clId="{F7CC8C03-4873-42B4-9482-DA98FD5007C5}" dt="2026-04-24T02:14:48.055" v="503" actId="478"/>
          <ac:spMkLst>
            <pc:docMk/>
            <pc:sldMk cId="2776169816" sldId="263"/>
            <ac:spMk id="3" creationId="{F43301C9-FEF7-D948-0A35-77661D9797E1}"/>
          </ac:spMkLst>
        </pc:spChg>
        <pc:spChg chg="del mod">
          <ac:chgData name="Armando Gonçalves" userId="3d75f70b-5a85-4a38-b607-e8cf32c384de" providerId="ADAL" clId="{F7CC8C03-4873-42B4-9482-DA98FD5007C5}" dt="2026-04-24T01:43:16.296" v="406" actId="478"/>
          <ac:spMkLst>
            <pc:docMk/>
            <pc:sldMk cId="2776169816" sldId="263"/>
            <ac:spMk id="5" creationId="{E595FF17-5E84-20DB-533A-B12FFA404173}"/>
          </ac:spMkLst>
        </pc:spChg>
        <pc:spChg chg="del">
          <ac:chgData name="Armando Gonçalves" userId="3d75f70b-5a85-4a38-b607-e8cf32c384de" providerId="ADAL" clId="{F7CC8C03-4873-42B4-9482-DA98FD5007C5}" dt="2026-04-24T01:33:50.592" v="380" actId="478"/>
          <ac:spMkLst>
            <pc:docMk/>
            <pc:sldMk cId="2776169816" sldId="263"/>
            <ac:spMk id="6" creationId="{F7F690AC-CD78-8F76-F35C-5D6295B45DD9}"/>
          </ac:spMkLst>
        </pc:spChg>
        <pc:spChg chg="mod">
          <ac:chgData name="Armando Gonçalves" userId="3d75f70b-5a85-4a38-b607-e8cf32c384de" providerId="ADAL" clId="{F7CC8C03-4873-42B4-9482-DA98FD5007C5}" dt="2026-04-24T02:14:51.135" v="509" actId="20577"/>
          <ac:spMkLst>
            <pc:docMk/>
            <pc:sldMk cId="2776169816" sldId="263"/>
            <ac:spMk id="9" creationId="{DF3F6990-7EF1-480E-9ABB-70A2DDECD92D}"/>
          </ac:spMkLst>
        </pc:spChg>
        <pc:picChg chg="add">
          <ac:chgData name="Armando Gonçalves" userId="3d75f70b-5a85-4a38-b607-e8cf32c384de" providerId="ADAL" clId="{F7CC8C03-4873-42B4-9482-DA98FD5007C5}" dt="2026-04-24T01:43:17.309" v="407"/>
          <ac:picMkLst>
            <pc:docMk/>
            <pc:sldMk cId="2776169816" sldId="263"/>
            <ac:picMk id="2050" creationId="{601A55D1-DEA9-ACBA-1A6D-66659D6CAAAA}"/>
          </ac:picMkLst>
        </pc:picChg>
      </pc:sldChg>
      <pc:sldChg chg="addSp delSp modSp add mod modTransition">
        <pc:chgData name="Armando Gonçalves" userId="3d75f70b-5a85-4a38-b607-e8cf32c384de" providerId="ADAL" clId="{F7CC8C03-4873-42B4-9482-DA98FD5007C5}" dt="2026-04-24T02:26:08.362" v="548"/>
        <pc:sldMkLst>
          <pc:docMk/>
          <pc:sldMk cId="1404798612" sldId="264"/>
        </pc:sldMkLst>
        <pc:spChg chg="mod">
          <ac:chgData name="Armando Gonçalves" userId="3d75f70b-5a85-4a38-b607-e8cf32c384de" providerId="ADAL" clId="{F7CC8C03-4873-42B4-9482-DA98FD5007C5}" dt="2026-04-24T02:24:10.880" v="528" actId="692"/>
          <ac:spMkLst>
            <pc:docMk/>
            <pc:sldMk cId="1404798612" sldId="264"/>
            <ac:spMk id="2" creationId="{1F5076F7-0C21-EA40-F036-31EC26C7A268}"/>
          </ac:spMkLst>
        </pc:spChg>
        <pc:spChg chg="add del mod">
          <ac:chgData name="Armando Gonçalves" userId="3d75f70b-5a85-4a38-b607-e8cf32c384de" providerId="ADAL" clId="{F7CC8C03-4873-42B4-9482-DA98FD5007C5}" dt="2026-04-24T02:22:40.044" v="517" actId="478"/>
          <ac:spMkLst>
            <pc:docMk/>
            <pc:sldMk cId="1404798612" sldId="264"/>
            <ac:spMk id="3" creationId="{79DE6FAA-4934-5439-A03F-780A116AF996}"/>
          </ac:spMkLst>
        </pc:spChg>
        <pc:picChg chg="add mod">
          <ac:chgData name="Armando Gonçalves" userId="3d75f70b-5a85-4a38-b607-e8cf32c384de" providerId="ADAL" clId="{F7CC8C03-4873-42B4-9482-DA98FD5007C5}" dt="2026-04-24T02:24:55.847" v="537" actId="1076"/>
          <ac:picMkLst>
            <pc:docMk/>
            <pc:sldMk cId="1404798612" sldId="264"/>
            <ac:picMk id="5" creationId="{40D112DB-3E42-A515-157C-741D3CB153F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DBEC9-6438-ECDA-2D1A-4889789C8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8EF21-0F8E-4AC8-3D82-A72F4B6A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B47B68A-23A3-7D36-0B87-F8B58C0E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9BDBAB-4A61-AEA6-DA2E-A1F611D3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5200773-B444-BE28-AEB8-8D5371C0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92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215EC-AF20-B764-B594-B9ACA5A1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58E3468-DB30-151C-0492-5192E641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DF75A9-9650-2653-03C4-D3515FCD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1A791A6-2437-B6AE-E50F-83FCA03E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13F9F8-E074-C7C9-5A4B-A33C1E56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19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04AC0-6913-834B-8E04-4497128D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EAF3017-B393-A995-420A-E26653D2C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780F376-EC43-5986-B346-CAE756D5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C479599-F6D0-8445-D165-634E713C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C30A88E-B664-69F4-2CCB-CB8BA0E1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443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5758-6D73-6D3B-1607-3BE47A66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E17B7E4-C22E-34B8-E35A-9DBD1E17F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9A22D28-D8BD-B11A-47F9-7AAA8026C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9B7E5D8-1EFC-8FDA-886A-B9C8AAF1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3C6604D-6041-B4C7-589C-CF34A5B9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C1623F9-63CF-A871-E218-801066A0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076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76E9A-CDE6-41C0-A6A6-E62646E9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F24AC6F-E52C-7A0E-DF0D-23335658D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F049FEE-D06F-2E30-39C3-D740F69DC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BE59212-0C4C-A9D0-E5F6-3D9B657D7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60E78BD-A205-505C-765C-6F0673683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669BD6A-E7A5-5F05-E6A8-72EF87AB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71C45DD-D0C2-1C2F-4ED8-80501308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9033C9D-46A5-2AE1-D626-82F2AC34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832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64EC3-056C-A9EB-89FE-62258DA1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3D5E084-6F7E-DFC0-ED2C-8424DCF2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727EDFE-CAF8-5A0B-08FA-F486B368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7C53543-CED1-6F53-8047-513907EA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578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55764D9-574F-0DC9-3B2D-A91A75A0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D9B6A4F-BD5E-CB5A-2138-57423F19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EF677DA-ECB4-F5EF-F4F5-88AA97BD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793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D78F9-8360-A34B-BE92-39A10BCF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866025B-3379-EF9E-EE24-CF40C368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1DCA3B4-41C7-84A1-D412-AF08857B5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A37F306-40E9-B469-CE4D-4D906D3B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EE37792-5545-4D60-1CA4-6D177315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1299782-087E-7E86-73CC-3F78ED83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42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928C2-1945-EAF4-91BF-3FDFD305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979A69E-9CEE-9E90-F55E-31F8FAE48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C1B109A-1F1B-100F-FDA8-C29E8570A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B5BA1A1-F966-AE6F-CBD3-98767DDD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9BEF3CE-BFB4-798B-4D5A-B5D333D9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08D842C-FB29-FFAE-5BAB-C0D0FF81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104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F326E-B881-5658-BF05-93E6436F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FC3B657-5510-FF69-E458-02EC90EE5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CC479BC-42F0-17DD-7FF6-6434CE31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93F712-643D-69F3-85E5-4684CBD0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080FF25-618B-138D-6E57-B23AAD9A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231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8DA293-40B6-5039-12EA-72CC0D66C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7E03239-9E48-073D-0B9E-B5DFF3E4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71D41A3-F960-028D-76D4-50026107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828A773-DD2C-FDF8-26FD-83079CF9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9932262-6133-7407-0BF6-BEDAC221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871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C5E5566-A208-8126-BEA4-0C880341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2340078-A638-2A2B-4313-0E870C37A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0C344CD-B703-B843-ABC4-1302F0291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4E0B7-2744-4FF7-97B4-2B32E784E38E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7C5CBF9-6B50-ADD9-DA00-7C19E380C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F571CC-618D-9506-52EE-82B5331E7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5D710-A2E9-4573-B102-35CA5375B60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674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06B631D-AB6A-6218-1DD2-1304C3AC7393}"/>
              </a:ext>
            </a:extLst>
          </p:cNvPr>
          <p:cNvSpPr txBox="1">
            <a:spLocks/>
          </p:cNvSpPr>
          <p:nvPr/>
        </p:nvSpPr>
        <p:spPr>
          <a:xfrm>
            <a:off x="0" y="5028495"/>
            <a:ext cx="12192000" cy="12878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800" spc="300" dirty="0">
                <a:solidFill>
                  <a:srgbClr val="EDEBD7"/>
                </a:solidFill>
                <a:latin typeface="Elms Sans Thin" pitchFamily="2" charset="0"/>
                <a:cs typeface="Elms Sans Thin" pitchFamily="2" charset="0"/>
              </a:rPr>
              <a:t>press ⎵ to </a:t>
            </a:r>
            <a:r>
              <a:rPr lang="pt-PT" sz="1800" spc="300" dirty="0" err="1">
                <a:solidFill>
                  <a:srgbClr val="EDEBD7"/>
                </a:solidFill>
                <a:latin typeface="Elms Sans Thin" pitchFamily="2" charset="0"/>
                <a:cs typeface="Elms Sans Thin" pitchFamily="2" charset="0"/>
              </a:rPr>
              <a:t>start</a:t>
            </a:r>
            <a:endParaRPr lang="pt-PT" sz="1800" spc="300" dirty="0">
              <a:solidFill>
                <a:srgbClr val="EDEBD7"/>
              </a:solidFill>
              <a:latin typeface="Elms Sans Thin" pitchFamily="2" charset="0"/>
              <a:cs typeface="Elms Sans Thin" pitchFamily="2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0A5282F-3D5D-D8E1-9BE8-F19F44061CC3}"/>
              </a:ext>
            </a:extLst>
          </p:cNvPr>
          <p:cNvSpPr txBox="1">
            <a:spLocks/>
          </p:cNvSpPr>
          <p:nvPr/>
        </p:nvSpPr>
        <p:spPr>
          <a:xfrm>
            <a:off x="0" y="3344918"/>
            <a:ext cx="12192000" cy="8318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Thin" pitchFamily="2" charset="0"/>
                <a:cs typeface="Elms Sans Thin" pitchFamily="2" charset="0"/>
              </a:rPr>
              <a:t>8 min </a:t>
            </a:r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make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</a:t>
            </a:r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pitch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for mandu</a:t>
            </a:r>
            <a:endParaRPr lang="pt-PT" sz="2000" dirty="0">
              <a:ln>
                <a:solidFill>
                  <a:srgbClr val="A855F7"/>
                </a:solidFill>
              </a:ln>
              <a:solidFill>
                <a:srgbClr val="A855F7"/>
              </a:solidFill>
              <a:latin typeface="Elms Sans Thin" pitchFamily="2" charset="0"/>
              <a:cs typeface="Elms Sans Thin" pitchFamily="2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EF61F35-E2EF-2E76-FE38-7A240809CFC9}"/>
              </a:ext>
            </a:extLst>
          </p:cNvPr>
          <p:cNvSpPr txBox="1">
            <a:spLocks/>
          </p:cNvSpPr>
          <p:nvPr/>
        </p:nvSpPr>
        <p:spPr>
          <a:xfrm>
            <a:off x="10693400" y="597512"/>
            <a:ext cx="1483360" cy="6623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600" spc="300" dirty="0">
                <a:solidFill>
                  <a:srgbClr val="EDEBD7"/>
                </a:solidFill>
                <a:latin typeface="Elms Sans" pitchFamily="2" charset="0"/>
                <a:cs typeface="Elms Sans" pitchFamily="2" charset="0"/>
              </a:rPr>
              <a:t>🥟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99995D-CC8C-56DB-DEC4-E28083C84FAA}"/>
              </a:ext>
            </a:extLst>
          </p:cNvPr>
          <p:cNvSpPr txBox="1"/>
          <p:nvPr/>
        </p:nvSpPr>
        <p:spPr>
          <a:xfrm>
            <a:off x="11273155" y="706030"/>
            <a:ext cx="323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rgbClr val="14110F"/>
                </a:solidFill>
                <a:latin typeface="Elms Sans Black" pitchFamily="2" charset="0"/>
                <a:cs typeface="Elms Sans Black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580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1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8C70F-6953-6A17-7323-DB3EBC43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DF3F6990-7EF1-480E-9ABB-70A2DDECD92D}"/>
              </a:ext>
            </a:extLst>
          </p:cNvPr>
          <p:cNvSpPr txBox="1">
            <a:spLocks/>
          </p:cNvSpPr>
          <p:nvPr/>
        </p:nvSpPr>
        <p:spPr>
          <a:xfrm>
            <a:off x="609600" y="3344918"/>
            <a:ext cx="10972800" cy="8318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make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</a:t>
            </a:r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pitch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for mandu</a:t>
            </a:r>
          </a:p>
        </p:txBody>
      </p:sp>
    </p:spTree>
    <p:extLst>
      <p:ext uri="{BB962C8B-B14F-4D97-AF65-F5344CB8AC3E}">
        <p14:creationId xmlns:p14="http://schemas.microsoft.com/office/powerpoint/2010/main" val="2776169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1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4D9FE-4351-1E49-932B-21D623B7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3197D-9462-8110-B4D5-B82851DB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344918"/>
            <a:ext cx="10972800" cy="831896"/>
          </a:xfrm>
        </p:spPr>
        <p:txBody>
          <a:bodyPr>
            <a:noAutofit/>
          </a:bodyPr>
          <a:lstStyle/>
          <a:p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make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</a:t>
            </a:r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pitch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for m</a:t>
            </a:r>
            <a:r>
              <a:rPr lang="pt-PT" sz="5400" dirty="0">
                <a:ln>
                  <a:solidFill>
                    <a:srgbClr val="A855F7"/>
                  </a:solidFill>
                </a:ln>
                <a:noFill/>
                <a:latin typeface="Elms Sans Black" pitchFamily="2" charset="0"/>
                <a:cs typeface="Elms Sans Black" pitchFamily="2" charset="0"/>
              </a:rPr>
              <a:t>andu</a:t>
            </a:r>
          </a:p>
        </p:txBody>
      </p:sp>
      <p:pic>
        <p:nvPicPr>
          <p:cNvPr id="7" name="Gráfico 6" descr="Cursor com preenchimento sólido">
            <a:extLst>
              <a:ext uri="{FF2B5EF4-FFF2-40B4-BE49-F238E27FC236}">
                <a16:creationId xmlns:a16="http://schemas.microsoft.com/office/drawing/2014/main" id="{8D743E8D-BDF6-529B-9911-C129DE13E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0" y="43292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0278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1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78940-D80B-EAEB-6E40-37C6475D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076F7-0C21-EA40-F036-31EC26C7A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344918"/>
            <a:ext cx="10972800" cy="831896"/>
          </a:xfrm>
        </p:spPr>
        <p:txBody>
          <a:bodyPr>
            <a:noAutofit/>
          </a:bodyPr>
          <a:lstStyle/>
          <a:p>
            <a:r>
              <a:rPr lang="pt-PT" sz="2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Thin" pitchFamily="2" charset="0"/>
                <a:cs typeface="Elms Sans Thin" pitchFamily="2" charset="0"/>
              </a:rPr>
              <a:t>5 min </a:t>
            </a:r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make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</a:t>
            </a:r>
            <a:r>
              <a:rPr lang="pt-PT" sz="54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pitch</a:t>
            </a:r>
            <a:r>
              <a:rPr lang="pt-PT" sz="54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for m</a:t>
            </a:r>
            <a:r>
              <a:rPr lang="pt-PT" sz="5400" dirty="0">
                <a:ln>
                  <a:solidFill>
                    <a:srgbClr val="A855F7"/>
                  </a:solidFill>
                </a:ln>
                <a:noFill/>
                <a:latin typeface="Elms Sans Black" pitchFamily="2" charset="0"/>
                <a:cs typeface="Elms Sans Black" pitchFamily="2" charset="0"/>
              </a:rPr>
              <a:t>andu</a:t>
            </a:r>
          </a:p>
        </p:txBody>
      </p:sp>
      <p:pic>
        <p:nvPicPr>
          <p:cNvPr id="5" name="Gráfico 4" descr="Cursor com preenchimento sólido">
            <a:extLst>
              <a:ext uri="{FF2B5EF4-FFF2-40B4-BE49-F238E27FC236}">
                <a16:creationId xmlns:a16="http://schemas.microsoft.com/office/drawing/2014/main" id="{40D112DB-3E42-A515-157C-741D3CB1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1600" y="37196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98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1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A0E66-851C-2475-C438-5055A265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3A270-A10C-37C5-18E2-449F7B911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195932"/>
            <a:ext cx="10972800" cy="831896"/>
          </a:xfrm>
        </p:spPr>
        <p:txBody>
          <a:bodyPr>
            <a:normAutofit/>
          </a:bodyPr>
          <a:lstStyle/>
          <a:p>
            <a:r>
              <a:rPr lang="pt-PT" sz="48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make</a:t>
            </a:r>
            <a:r>
              <a:rPr lang="pt-PT" sz="48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</a:t>
            </a:r>
            <a:r>
              <a:rPr lang="pt-PT" sz="4800" dirty="0" err="1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pitch</a:t>
            </a:r>
            <a:r>
              <a:rPr lang="pt-PT" sz="4800" dirty="0">
                <a:ln>
                  <a:solidFill>
                    <a:srgbClr val="A855F7"/>
                  </a:solidFill>
                </a:ln>
                <a:solidFill>
                  <a:srgbClr val="A855F7"/>
                </a:solidFill>
                <a:latin typeface="Elms Sans Black" pitchFamily="2" charset="0"/>
                <a:cs typeface="Elms Sans Black" pitchFamily="2" charset="0"/>
              </a:rPr>
              <a:t> for m</a:t>
            </a:r>
            <a:r>
              <a:rPr lang="pt-PT" sz="4800" dirty="0">
                <a:ln>
                  <a:solidFill>
                    <a:srgbClr val="A855F7"/>
                  </a:solidFill>
                </a:ln>
                <a:noFill/>
                <a:latin typeface="Elms Sans Black" pitchFamily="2" charset="0"/>
                <a:cs typeface="Elms Sans Black" pitchFamily="2" charset="0"/>
              </a:rPr>
              <a:t>andu</a:t>
            </a:r>
            <a:endParaRPr lang="pt-PT" sz="2400" dirty="0">
              <a:ln>
                <a:solidFill>
                  <a:srgbClr val="A855F7"/>
                </a:solidFill>
              </a:ln>
              <a:noFill/>
              <a:latin typeface="Elms Sans Black" pitchFamily="2" charset="0"/>
              <a:cs typeface="Elms Sans Black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742AFA-E5CC-44B6-39DA-6B6C075F7BBE}"/>
              </a:ext>
            </a:extLst>
          </p:cNvPr>
          <p:cNvSpPr/>
          <p:nvPr/>
        </p:nvSpPr>
        <p:spPr>
          <a:xfrm>
            <a:off x="11023600" y="447040"/>
            <a:ext cx="558800" cy="558800"/>
          </a:xfrm>
          <a:prstGeom prst="ellipse">
            <a:avLst/>
          </a:prstGeom>
          <a:solidFill>
            <a:srgbClr val="ED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>
                <a:solidFill>
                  <a:srgbClr val="221D23"/>
                </a:solidFill>
                <a:latin typeface="Elms Sans Black" pitchFamily="2" charset="0"/>
                <a:cs typeface="Elms Sans Black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496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D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1FBE2-5288-4155-CE2D-6B1B137A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 descr="Ajuda com preenchimento sólido">
            <a:extLst>
              <a:ext uri="{FF2B5EF4-FFF2-40B4-BE49-F238E27FC236}">
                <a16:creationId xmlns:a16="http://schemas.microsoft.com/office/drawing/2014/main" id="{40A7F754-1B80-0946-F2DA-C9D1628A8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1683" y="412953"/>
            <a:ext cx="690717" cy="69071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1125206-E101-48E8-4015-E36B10BB5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013052"/>
            <a:ext cx="10972800" cy="831896"/>
          </a:xfrm>
        </p:spPr>
        <p:txBody>
          <a:bodyPr>
            <a:normAutofit/>
          </a:bodyPr>
          <a:lstStyle/>
          <a:p>
            <a:r>
              <a:rPr lang="pt-PT" sz="4800" dirty="0" err="1"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Elms Sans" pitchFamily="2" charset="0"/>
                <a:cs typeface="Elms Sans" pitchFamily="2" charset="0"/>
              </a:rPr>
              <a:t>make</a:t>
            </a:r>
            <a:r>
              <a:rPr lang="pt-PT" sz="4800" dirty="0"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Elms Sans" pitchFamily="2" charset="0"/>
                <a:cs typeface="Elms Sans" pitchFamily="2" charset="0"/>
              </a:rPr>
              <a:t> </a:t>
            </a:r>
            <a:r>
              <a:rPr lang="pt-PT" sz="4800" dirty="0" err="1"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Elms Sans" pitchFamily="2" charset="0"/>
                <a:cs typeface="Elms Sans" pitchFamily="2" charset="0"/>
              </a:rPr>
              <a:t>pitch</a:t>
            </a:r>
            <a:r>
              <a:rPr lang="pt-PT" sz="4800" dirty="0"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Elms Sans" pitchFamily="2" charset="0"/>
                <a:cs typeface="Elms Sans" pitchFamily="2" charset="0"/>
              </a:rPr>
              <a:t> for m</a:t>
            </a:r>
            <a:r>
              <a:rPr lang="pt-PT" sz="4800" dirty="0"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noFill/>
                <a:latin typeface="Elms Sans" pitchFamily="2" charset="0"/>
                <a:cs typeface="Elms Sans" pitchFamily="2" charset="0"/>
              </a:rPr>
              <a:t>andu</a:t>
            </a:r>
            <a:endParaRPr lang="pt-PT" sz="2400" dirty="0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noFill/>
              <a:latin typeface="Elms Sans" pitchFamily="2" charset="0"/>
              <a:cs typeface="Elms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88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D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EE6D6-801F-3DC2-AB52-9D3E866A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75EF8767-C442-CF9D-6AAF-C4D843300075}"/>
              </a:ext>
            </a:extLst>
          </p:cNvPr>
          <p:cNvSpPr/>
          <p:nvPr/>
        </p:nvSpPr>
        <p:spPr>
          <a:xfrm>
            <a:off x="3372993" y="3444240"/>
            <a:ext cx="5446382" cy="645301"/>
          </a:xfrm>
          <a:custGeom>
            <a:avLst/>
            <a:gdLst>
              <a:gd name="csX0" fmla="*/ 20447 w 5446382"/>
              <a:gd name="csY0" fmla="*/ 441960 h 645301"/>
              <a:gd name="csX1" fmla="*/ 20447 w 5446382"/>
              <a:gd name="csY1" fmla="*/ 441960 h 645301"/>
              <a:gd name="csX2" fmla="*/ 127 w 5446382"/>
              <a:gd name="csY2" fmla="*/ 254000 h 645301"/>
              <a:gd name="csX3" fmla="*/ 10287 w 5446382"/>
              <a:gd name="csY3" fmla="*/ 167640 h 645301"/>
              <a:gd name="csX4" fmla="*/ 71247 w 5446382"/>
              <a:gd name="csY4" fmla="*/ 172720 h 645301"/>
              <a:gd name="csX5" fmla="*/ 76327 w 5446382"/>
              <a:gd name="csY5" fmla="*/ 198120 h 645301"/>
              <a:gd name="csX6" fmla="*/ 101727 w 5446382"/>
              <a:gd name="csY6" fmla="*/ 182880 h 645301"/>
              <a:gd name="csX7" fmla="*/ 116967 w 5446382"/>
              <a:gd name="csY7" fmla="*/ 177800 h 645301"/>
              <a:gd name="csX8" fmla="*/ 198247 w 5446382"/>
              <a:gd name="csY8" fmla="*/ 203200 h 645301"/>
              <a:gd name="csX9" fmla="*/ 213487 w 5446382"/>
              <a:gd name="csY9" fmla="*/ 218440 h 645301"/>
              <a:gd name="csX10" fmla="*/ 228727 w 5446382"/>
              <a:gd name="csY10" fmla="*/ 213360 h 645301"/>
              <a:gd name="csX11" fmla="*/ 249047 w 5446382"/>
              <a:gd name="csY11" fmla="*/ 193040 h 645301"/>
              <a:gd name="csX12" fmla="*/ 264287 w 5446382"/>
              <a:gd name="csY12" fmla="*/ 182880 h 645301"/>
              <a:gd name="csX13" fmla="*/ 386207 w 5446382"/>
              <a:gd name="csY13" fmla="*/ 198120 h 645301"/>
              <a:gd name="csX14" fmla="*/ 401447 w 5446382"/>
              <a:gd name="csY14" fmla="*/ 213360 h 645301"/>
              <a:gd name="csX15" fmla="*/ 431927 w 5446382"/>
              <a:gd name="csY15" fmla="*/ 248920 h 645301"/>
              <a:gd name="csX16" fmla="*/ 447167 w 5446382"/>
              <a:gd name="csY16" fmla="*/ 254000 h 645301"/>
              <a:gd name="csX17" fmla="*/ 467487 w 5446382"/>
              <a:gd name="csY17" fmla="*/ 238760 h 645301"/>
              <a:gd name="csX18" fmla="*/ 472567 w 5446382"/>
              <a:gd name="csY18" fmla="*/ 218440 h 645301"/>
              <a:gd name="csX19" fmla="*/ 487807 w 5446382"/>
              <a:gd name="csY19" fmla="*/ 213360 h 645301"/>
              <a:gd name="csX20" fmla="*/ 528447 w 5446382"/>
              <a:gd name="csY20" fmla="*/ 203200 h 645301"/>
              <a:gd name="csX21" fmla="*/ 660527 w 5446382"/>
              <a:gd name="csY21" fmla="*/ 208280 h 645301"/>
              <a:gd name="csX22" fmla="*/ 721487 w 5446382"/>
              <a:gd name="csY22" fmla="*/ 208280 h 645301"/>
              <a:gd name="csX23" fmla="*/ 751967 w 5446382"/>
              <a:gd name="csY23" fmla="*/ 223520 h 645301"/>
              <a:gd name="csX24" fmla="*/ 767207 w 5446382"/>
              <a:gd name="csY24" fmla="*/ 228600 h 645301"/>
              <a:gd name="csX25" fmla="*/ 792607 w 5446382"/>
              <a:gd name="csY25" fmla="*/ 223520 h 645301"/>
              <a:gd name="csX26" fmla="*/ 812927 w 5446382"/>
              <a:gd name="csY26" fmla="*/ 198120 h 645301"/>
              <a:gd name="csX27" fmla="*/ 853567 w 5446382"/>
              <a:gd name="csY27" fmla="*/ 101600 h 645301"/>
              <a:gd name="csX28" fmla="*/ 858647 w 5446382"/>
              <a:gd name="csY28" fmla="*/ 132080 h 645301"/>
              <a:gd name="csX29" fmla="*/ 863727 w 5446382"/>
              <a:gd name="csY29" fmla="*/ 187960 h 645301"/>
              <a:gd name="csX30" fmla="*/ 934847 w 5446382"/>
              <a:gd name="csY30" fmla="*/ 198120 h 645301"/>
              <a:gd name="csX31" fmla="*/ 960247 w 5446382"/>
              <a:gd name="csY31" fmla="*/ 172720 h 645301"/>
              <a:gd name="csX32" fmla="*/ 1056767 w 5446382"/>
              <a:gd name="csY32" fmla="*/ 177800 h 645301"/>
              <a:gd name="csX33" fmla="*/ 1249807 w 5446382"/>
              <a:gd name="csY33" fmla="*/ 182880 h 645301"/>
              <a:gd name="csX34" fmla="*/ 1270127 w 5446382"/>
              <a:gd name="csY34" fmla="*/ 203200 h 645301"/>
              <a:gd name="csX35" fmla="*/ 1310767 w 5446382"/>
              <a:gd name="csY35" fmla="*/ 259080 h 645301"/>
              <a:gd name="csX36" fmla="*/ 1320927 w 5446382"/>
              <a:gd name="csY36" fmla="*/ 279400 h 645301"/>
              <a:gd name="csX37" fmla="*/ 1366647 w 5446382"/>
              <a:gd name="csY37" fmla="*/ 289560 h 645301"/>
              <a:gd name="csX38" fmla="*/ 1508887 w 5446382"/>
              <a:gd name="csY38" fmla="*/ 208280 h 645301"/>
              <a:gd name="csX39" fmla="*/ 1513967 w 5446382"/>
              <a:gd name="csY39" fmla="*/ 193040 h 645301"/>
              <a:gd name="csX40" fmla="*/ 1559687 w 5446382"/>
              <a:gd name="csY40" fmla="*/ 198120 h 645301"/>
              <a:gd name="csX41" fmla="*/ 1564767 w 5446382"/>
              <a:gd name="csY41" fmla="*/ 228600 h 645301"/>
              <a:gd name="csX42" fmla="*/ 1605407 w 5446382"/>
              <a:gd name="csY42" fmla="*/ 157480 h 645301"/>
              <a:gd name="csX43" fmla="*/ 1742567 w 5446382"/>
              <a:gd name="csY43" fmla="*/ 106680 h 645301"/>
              <a:gd name="csX44" fmla="*/ 1844167 w 5446382"/>
              <a:gd name="csY44" fmla="*/ 152400 h 645301"/>
              <a:gd name="csX45" fmla="*/ 1849247 w 5446382"/>
              <a:gd name="csY45" fmla="*/ 177800 h 645301"/>
              <a:gd name="csX46" fmla="*/ 1966087 w 5446382"/>
              <a:gd name="csY46" fmla="*/ 137160 h 645301"/>
              <a:gd name="csX47" fmla="*/ 1971167 w 5446382"/>
              <a:gd name="csY47" fmla="*/ 208280 h 645301"/>
              <a:gd name="csX48" fmla="*/ 2027047 w 5446382"/>
              <a:gd name="csY48" fmla="*/ 132080 h 645301"/>
              <a:gd name="csX49" fmla="*/ 2052447 w 5446382"/>
              <a:gd name="csY49" fmla="*/ 127000 h 645301"/>
              <a:gd name="csX50" fmla="*/ 2088007 w 5446382"/>
              <a:gd name="csY50" fmla="*/ 162560 h 645301"/>
              <a:gd name="csX51" fmla="*/ 2118487 w 5446382"/>
              <a:gd name="csY51" fmla="*/ 218440 h 645301"/>
              <a:gd name="csX52" fmla="*/ 2179447 w 5446382"/>
              <a:gd name="csY52" fmla="*/ 213360 h 645301"/>
              <a:gd name="csX53" fmla="*/ 2220087 w 5446382"/>
              <a:gd name="csY53" fmla="*/ 203200 h 645301"/>
              <a:gd name="csX54" fmla="*/ 2316607 w 5446382"/>
              <a:gd name="csY54" fmla="*/ 208280 h 645301"/>
              <a:gd name="csX55" fmla="*/ 2362327 w 5446382"/>
              <a:gd name="csY55" fmla="*/ 198120 h 645301"/>
              <a:gd name="csX56" fmla="*/ 2382647 w 5446382"/>
              <a:gd name="csY56" fmla="*/ 101600 h 645301"/>
              <a:gd name="csX57" fmla="*/ 2392807 w 5446382"/>
              <a:gd name="csY57" fmla="*/ 86360 h 645301"/>
              <a:gd name="csX58" fmla="*/ 2408047 w 5446382"/>
              <a:gd name="csY58" fmla="*/ 81280 h 645301"/>
              <a:gd name="csX59" fmla="*/ 2469007 w 5446382"/>
              <a:gd name="csY59" fmla="*/ 193040 h 645301"/>
              <a:gd name="csX60" fmla="*/ 2519807 w 5446382"/>
              <a:gd name="csY60" fmla="*/ 157480 h 645301"/>
              <a:gd name="csX61" fmla="*/ 2590927 w 5446382"/>
              <a:gd name="csY61" fmla="*/ 172720 h 645301"/>
              <a:gd name="csX62" fmla="*/ 2626487 w 5446382"/>
              <a:gd name="csY62" fmla="*/ 203200 h 645301"/>
              <a:gd name="csX63" fmla="*/ 2656967 w 5446382"/>
              <a:gd name="csY63" fmla="*/ 223520 h 645301"/>
              <a:gd name="csX64" fmla="*/ 2677287 w 5446382"/>
              <a:gd name="csY64" fmla="*/ 238760 h 645301"/>
              <a:gd name="csX65" fmla="*/ 2773807 w 5446382"/>
              <a:gd name="csY65" fmla="*/ 213360 h 645301"/>
              <a:gd name="csX66" fmla="*/ 2829687 w 5446382"/>
              <a:gd name="csY66" fmla="*/ 208280 h 645301"/>
              <a:gd name="csX67" fmla="*/ 2926207 w 5446382"/>
              <a:gd name="csY67" fmla="*/ 198120 h 645301"/>
              <a:gd name="csX68" fmla="*/ 2956687 w 5446382"/>
              <a:gd name="csY68" fmla="*/ 81280 h 645301"/>
              <a:gd name="csX69" fmla="*/ 2966847 w 5446382"/>
              <a:gd name="csY69" fmla="*/ 30480 h 645301"/>
              <a:gd name="csX70" fmla="*/ 2971927 w 5446382"/>
              <a:gd name="csY70" fmla="*/ 15240 h 645301"/>
              <a:gd name="csX71" fmla="*/ 2987167 w 5446382"/>
              <a:gd name="csY71" fmla="*/ 5080 h 645301"/>
              <a:gd name="csX72" fmla="*/ 3017647 w 5446382"/>
              <a:gd name="csY72" fmla="*/ 0 h 645301"/>
              <a:gd name="csX73" fmla="*/ 3073527 w 5446382"/>
              <a:gd name="csY73" fmla="*/ 5080 h 645301"/>
              <a:gd name="csX74" fmla="*/ 3083687 w 5446382"/>
              <a:gd name="csY74" fmla="*/ 30480 h 645301"/>
              <a:gd name="csX75" fmla="*/ 3063367 w 5446382"/>
              <a:gd name="csY75" fmla="*/ 96520 h 645301"/>
              <a:gd name="csX76" fmla="*/ 3017647 w 5446382"/>
              <a:gd name="csY76" fmla="*/ 147320 h 645301"/>
              <a:gd name="csX77" fmla="*/ 3002407 w 5446382"/>
              <a:gd name="csY77" fmla="*/ 172720 h 645301"/>
              <a:gd name="csX78" fmla="*/ 3007487 w 5446382"/>
              <a:gd name="csY78" fmla="*/ 213360 h 645301"/>
              <a:gd name="csX79" fmla="*/ 3043047 w 5446382"/>
              <a:gd name="csY79" fmla="*/ 208280 h 645301"/>
              <a:gd name="csX80" fmla="*/ 3098927 w 5446382"/>
              <a:gd name="csY80" fmla="*/ 198120 h 645301"/>
              <a:gd name="csX81" fmla="*/ 3124327 w 5446382"/>
              <a:gd name="csY81" fmla="*/ 182880 h 645301"/>
              <a:gd name="csX82" fmla="*/ 3286887 w 5446382"/>
              <a:gd name="csY82" fmla="*/ 177800 h 645301"/>
              <a:gd name="csX83" fmla="*/ 3317367 w 5446382"/>
              <a:gd name="csY83" fmla="*/ 193040 h 645301"/>
              <a:gd name="csX84" fmla="*/ 3342767 w 5446382"/>
              <a:gd name="csY84" fmla="*/ 198120 h 645301"/>
              <a:gd name="csX85" fmla="*/ 3388487 w 5446382"/>
              <a:gd name="csY85" fmla="*/ 182880 h 645301"/>
              <a:gd name="csX86" fmla="*/ 3434207 w 5446382"/>
              <a:gd name="csY86" fmla="*/ 187960 h 645301"/>
              <a:gd name="csX87" fmla="*/ 3520567 w 5446382"/>
              <a:gd name="csY87" fmla="*/ 177800 h 645301"/>
              <a:gd name="csX88" fmla="*/ 3571367 w 5446382"/>
              <a:gd name="csY88" fmla="*/ 193040 h 645301"/>
              <a:gd name="csX89" fmla="*/ 3586607 w 5446382"/>
              <a:gd name="csY89" fmla="*/ 208280 h 645301"/>
              <a:gd name="csX90" fmla="*/ 3642487 w 5446382"/>
              <a:gd name="csY90" fmla="*/ 213360 h 645301"/>
              <a:gd name="csX91" fmla="*/ 3733927 w 5446382"/>
              <a:gd name="csY91" fmla="*/ 203200 h 645301"/>
              <a:gd name="csX92" fmla="*/ 3794887 w 5446382"/>
              <a:gd name="csY92" fmla="*/ 187960 h 645301"/>
              <a:gd name="csX93" fmla="*/ 3799967 w 5446382"/>
              <a:gd name="csY93" fmla="*/ 147320 h 645301"/>
              <a:gd name="csX94" fmla="*/ 3932047 w 5446382"/>
              <a:gd name="csY94" fmla="*/ 218440 h 645301"/>
              <a:gd name="csX95" fmla="*/ 3967607 w 5446382"/>
              <a:gd name="csY95" fmla="*/ 228600 h 645301"/>
              <a:gd name="csX96" fmla="*/ 4074287 w 5446382"/>
              <a:gd name="csY96" fmla="*/ 198120 h 645301"/>
              <a:gd name="csX97" fmla="*/ 4104767 w 5446382"/>
              <a:gd name="csY97" fmla="*/ 193040 h 645301"/>
              <a:gd name="csX98" fmla="*/ 4165727 w 5446382"/>
              <a:gd name="csY98" fmla="*/ 208280 h 645301"/>
              <a:gd name="csX99" fmla="*/ 4267327 w 5446382"/>
              <a:gd name="csY99" fmla="*/ 218440 h 645301"/>
              <a:gd name="csX100" fmla="*/ 4292727 w 5446382"/>
              <a:gd name="csY100" fmla="*/ 223520 h 645301"/>
              <a:gd name="csX101" fmla="*/ 4307967 w 5446382"/>
              <a:gd name="csY101" fmla="*/ 213360 h 645301"/>
              <a:gd name="csX102" fmla="*/ 4363847 w 5446382"/>
              <a:gd name="csY102" fmla="*/ 167640 h 645301"/>
              <a:gd name="csX103" fmla="*/ 4409567 w 5446382"/>
              <a:gd name="csY103" fmla="*/ 162560 h 645301"/>
              <a:gd name="csX104" fmla="*/ 4470527 w 5446382"/>
              <a:gd name="csY104" fmla="*/ 177800 h 645301"/>
              <a:gd name="csX105" fmla="*/ 4501007 w 5446382"/>
              <a:gd name="csY105" fmla="*/ 182880 h 645301"/>
              <a:gd name="csX106" fmla="*/ 4556887 w 5446382"/>
              <a:gd name="csY106" fmla="*/ 172720 h 645301"/>
              <a:gd name="csX107" fmla="*/ 4567047 w 5446382"/>
              <a:gd name="csY107" fmla="*/ 198120 h 645301"/>
              <a:gd name="csX108" fmla="*/ 4607687 w 5446382"/>
              <a:gd name="csY108" fmla="*/ 182880 h 645301"/>
              <a:gd name="csX109" fmla="*/ 4643247 w 5446382"/>
              <a:gd name="csY109" fmla="*/ 167640 h 645301"/>
              <a:gd name="csX110" fmla="*/ 4734687 w 5446382"/>
              <a:gd name="csY110" fmla="*/ 182880 h 645301"/>
              <a:gd name="csX111" fmla="*/ 4780407 w 5446382"/>
              <a:gd name="csY111" fmla="*/ 233680 h 645301"/>
              <a:gd name="csX112" fmla="*/ 4851527 w 5446382"/>
              <a:gd name="csY112" fmla="*/ 269240 h 645301"/>
              <a:gd name="csX113" fmla="*/ 4963287 w 5446382"/>
              <a:gd name="csY113" fmla="*/ 254000 h 645301"/>
              <a:gd name="csX114" fmla="*/ 4983607 w 5446382"/>
              <a:gd name="csY114" fmla="*/ 238760 h 645301"/>
              <a:gd name="csX115" fmla="*/ 5014087 w 5446382"/>
              <a:gd name="csY115" fmla="*/ 213360 h 645301"/>
              <a:gd name="csX116" fmla="*/ 5110607 w 5446382"/>
              <a:gd name="csY116" fmla="*/ 187960 h 645301"/>
              <a:gd name="csX117" fmla="*/ 5120767 w 5446382"/>
              <a:gd name="csY117" fmla="*/ 137160 h 645301"/>
              <a:gd name="csX118" fmla="*/ 5115687 w 5446382"/>
              <a:gd name="csY118" fmla="*/ 81280 h 645301"/>
              <a:gd name="csX119" fmla="*/ 5110607 w 5446382"/>
              <a:gd name="csY119" fmla="*/ 66040 h 645301"/>
              <a:gd name="csX120" fmla="*/ 5166487 w 5446382"/>
              <a:gd name="csY120" fmla="*/ 71120 h 645301"/>
              <a:gd name="csX121" fmla="*/ 5176647 w 5446382"/>
              <a:gd name="csY121" fmla="*/ 208280 h 645301"/>
              <a:gd name="csX122" fmla="*/ 5222367 w 5446382"/>
              <a:gd name="csY122" fmla="*/ 172720 h 645301"/>
              <a:gd name="csX123" fmla="*/ 5242687 w 5446382"/>
              <a:gd name="csY123" fmla="*/ 152400 h 645301"/>
              <a:gd name="csX124" fmla="*/ 5257927 w 5446382"/>
              <a:gd name="csY124" fmla="*/ 132080 h 645301"/>
              <a:gd name="csX125" fmla="*/ 5283327 w 5446382"/>
              <a:gd name="csY125" fmla="*/ 127000 h 645301"/>
              <a:gd name="csX126" fmla="*/ 5323967 w 5446382"/>
              <a:gd name="csY126" fmla="*/ 132080 h 645301"/>
              <a:gd name="csX127" fmla="*/ 5334127 w 5446382"/>
              <a:gd name="csY127" fmla="*/ 157480 h 645301"/>
              <a:gd name="csX128" fmla="*/ 5344287 w 5446382"/>
              <a:gd name="csY128" fmla="*/ 193040 h 645301"/>
              <a:gd name="csX129" fmla="*/ 5405247 w 5446382"/>
              <a:gd name="csY129" fmla="*/ 147320 h 645301"/>
              <a:gd name="csX130" fmla="*/ 5440807 w 5446382"/>
              <a:gd name="csY130" fmla="*/ 304800 h 645301"/>
              <a:gd name="csX131" fmla="*/ 5440807 w 5446382"/>
              <a:gd name="csY131" fmla="*/ 441960 h 645301"/>
              <a:gd name="csX132" fmla="*/ 5410327 w 5446382"/>
              <a:gd name="csY132" fmla="*/ 436880 h 645301"/>
              <a:gd name="csX133" fmla="*/ 5379847 w 5446382"/>
              <a:gd name="csY133" fmla="*/ 401320 h 645301"/>
              <a:gd name="csX134" fmla="*/ 5364607 w 5446382"/>
              <a:gd name="csY134" fmla="*/ 391160 h 645301"/>
              <a:gd name="csX135" fmla="*/ 5303647 w 5446382"/>
              <a:gd name="csY135" fmla="*/ 406400 h 645301"/>
              <a:gd name="csX136" fmla="*/ 5156327 w 5446382"/>
              <a:gd name="csY136" fmla="*/ 426720 h 645301"/>
              <a:gd name="csX137" fmla="*/ 5125847 w 5446382"/>
              <a:gd name="csY137" fmla="*/ 462280 h 645301"/>
              <a:gd name="csX138" fmla="*/ 5110607 w 5446382"/>
              <a:gd name="csY138" fmla="*/ 467360 h 645301"/>
              <a:gd name="csX139" fmla="*/ 5080127 w 5446382"/>
              <a:gd name="csY139" fmla="*/ 457200 h 645301"/>
              <a:gd name="csX140" fmla="*/ 4958207 w 5446382"/>
              <a:gd name="csY140" fmla="*/ 452120 h 645301"/>
              <a:gd name="csX141" fmla="*/ 4948047 w 5446382"/>
              <a:gd name="csY141" fmla="*/ 431800 h 645301"/>
              <a:gd name="csX142" fmla="*/ 4932807 w 5446382"/>
              <a:gd name="csY142" fmla="*/ 416560 h 645301"/>
              <a:gd name="csX143" fmla="*/ 4775327 w 5446382"/>
              <a:gd name="csY143" fmla="*/ 426720 h 645301"/>
              <a:gd name="csX144" fmla="*/ 4582287 w 5446382"/>
              <a:gd name="csY144" fmla="*/ 431800 h 645301"/>
              <a:gd name="csX145" fmla="*/ 4551807 w 5446382"/>
              <a:gd name="csY145" fmla="*/ 441960 h 645301"/>
              <a:gd name="csX146" fmla="*/ 2905887 w 5446382"/>
              <a:gd name="csY146" fmla="*/ 452120 h 645301"/>
              <a:gd name="csX147" fmla="*/ 2377567 w 5446382"/>
              <a:gd name="csY147" fmla="*/ 452120 h 645301"/>
              <a:gd name="csX148" fmla="*/ 1605407 w 5446382"/>
              <a:gd name="csY148" fmla="*/ 436880 h 645301"/>
              <a:gd name="csX149" fmla="*/ 1585087 w 5446382"/>
              <a:gd name="csY149" fmla="*/ 416560 h 645301"/>
              <a:gd name="csX150" fmla="*/ 1529207 w 5446382"/>
              <a:gd name="csY150" fmla="*/ 431800 h 645301"/>
              <a:gd name="csX151" fmla="*/ 1524127 w 5446382"/>
              <a:gd name="csY151" fmla="*/ 640080 h 645301"/>
              <a:gd name="csX152" fmla="*/ 1508887 w 5446382"/>
              <a:gd name="csY152" fmla="*/ 645160 h 645301"/>
              <a:gd name="csX153" fmla="*/ 1458087 w 5446382"/>
              <a:gd name="csY153" fmla="*/ 635000 h 645301"/>
              <a:gd name="csX154" fmla="*/ 1447927 w 5446382"/>
              <a:gd name="csY154" fmla="*/ 513080 h 645301"/>
              <a:gd name="csX155" fmla="*/ 1437767 w 5446382"/>
              <a:gd name="csY155" fmla="*/ 401320 h 645301"/>
              <a:gd name="csX156" fmla="*/ 1051687 w 5446382"/>
              <a:gd name="csY156" fmla="*/ 406400 h 645301"/>
              <a:gd name="csX157" fmla="*/ 1016127 w 5446382"/>
              <a:gd name="csY157" fmla="*/ 421640 h 645301"/>
              <a:gd name="csX158" fmla="*/ 945007 w 5446382"/>
              <a:gd name="csY158" fmla="*/ 462280 h 645301"/>
              <a:gd name="csX159" fmla="*/ 848487 w 5446382"/>
              <a:gd name="csY159" fmla="*/ 441960 h 645301"/>
              <a:gd name="csX160" fmla="*/ 787527 w 5446382"/>
              <a:gd name="csY160" fmla="*/ 431800 h 645301"/>
              <a:gd name="csX161" fmla="*/ 624967 w 5446382"/>
              <a:gd name="csY161" fmla="*/ 416560 h 645301"/>
              <a:gd name="csX162" fmla="*/ 20447 w 5446382"/>
              <a:gd name="csY162" fmla="*/ 441960 h 645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</a:cxnLst>
            <a:rect l="l" t="t" r="r" b="b"/>
            <a:pathLst>
              <a:path w="5446382" h="645301">
                <a:moveTo>
                  <a:pt x="20447" y="441960"/>
                </a:moveTo>
                <a:lnTo>
                  <a:pt x="20447" y="441960"/>
                </a:lnTo>
                <a:cubicBezTo>
                  <a:pt x="13235" y="391473"/>
                  <a:pt x="-1520" y="308356"/>
                  <a:pt x="127" y="254000"/>
                </a:cubicBezTo>
                <a:cubicBezTo>
                  <a:pt x="1005" y="225028"/>
                  <a:pt x="6900" y="196427"/>
                  <a:pt x="10287" y="167640"/>
                </a:cubicBezTo>
                <a:lnTo>
                  <a:pt x="71247" y="172720"/>
                </a:lnTo>
                <a:cubicBezTo>
                  <a:pt x="79087" y="176338"/>
                  <a:pt x="68136" y="195390"/>
                  <a:pt x="76327" y="198120"/>
                </a:cubicBezTo>
                <a:cubicBezTo>
                  <a:pt x="85694" y="201242"/>
                  <a:pt x="92896" y="187296"/>
                  <a:pt x="101727" y="182880"/>
                </a:cubicBezTo>
                <a:cubicBezTo>
                  <a:pt x="106516" y="180485"/>
                  <a:pt x="111887" y="179493"/>
                  <a:pt x="116967" y="177800"/>
                </a:cubicBezTo>
                <a:cubicBezTo>
                  <a:pt x="161486" y="185894"/>
                  <a:pt x="167604" y="180218"/>
                  <a:pt x="198247" y="203200"/>
                </a:cubicBezTo>
                <a:cubicBezTo>
                  <a:pt x="203994" y="207511"/>
                  <a:pt x="208407" y="213360"/>
                  <a:pt x="213487" y="218440"/>
                </a:cubicBezTo>
                <a:cubicBezTo>
                  <a:pt x="218567" y="216747"/>
                  <a:pt x="224370" y="216472"/>
                  <a:pt x="228727" y="213360"/>
                </a:cubicBezTo>
                <a:cubicBezTo>
                  <a:pt x="236522" y="207792"/>
                  <a:pt x="241774" y="199274"/>
                  <a:pt x="249047" y="193040"/>
                </a:cubicBezTo>
                <a:cubicBezTo>
                  <a:pt x="253683" y="189067"/>
                  <a:pt x="259207" y="186267"/>
                  <a:pt x="264287" y="182880"/>
                </a:cubicBezTo>
                <a:cubicBezTo>
                  <a:pt x="304927" y="187960"/>
                  <a:pt x="346226" y="189235"/>
                  <a:pt x="386207" y="198120"/>
                </a:cubicBezTo>
                <a:cubicBezTo>
                  <a:pt x="393220" y="199678"/>
                  <a:pt x="396772" y="207905"/>
                  <a:pt x="401447" y="213360"/>
                </a:cubicBezTo>
                <a:cubicBezTo>
                  <a:pt x="410837" y="224315"/>
                  <a:pt x="419322" y="240516"/>
                  <a:pt x="431927" y="248920"/>
                </a:cubicBezTo>
                <a:cubicBezTo>
                  <a:pt x="436382" y="251890"/>
                  <a:pt x="442087" y="252307"/>
                  <a:pt x="447167" y="254000"/>
                </a:cubicBezTo>
                <a:cubicBezTo>
                  <a:pt x="453940" y="248920"/>
                  <a:pt x="462566" y="245650"/>
                  <a:pt x="467487" y="238760"/>
                </a:cubicBezTo>
                <a:cubicBezTo>
                  <a:pt x="471545" y="233079"/>
                  <a:pt x="468206" y="223892"/>
                  <a:pt x="472567" y="218440"/>
                </a:cubicBezTo>
                <a:cubicBezTo>
                  <a:pt x="475912" y="214259"/>
                  <a:pt x="482641" y="214769"/>
                  <a:pt x="487807" y="213360"/>
                </a:cubicBezTo>
                <a:cubicBezTo>
                  <a:pt x="501279" y="209686"/>
                  <a:pt x="528447" y="203200"/>
                  <a:pt x="528447" y="203200"/>
                </a:cubicBezTo>
                <a:cubicBezTo>
                  <a:pt x="572474" y="204893"/>
                  <a:pt x="616468" y="208280"/>
                  <a:pt x="660527" y="208280"/>
                </a:cubicBezTo>
                <a:cubicBezTo>
                  <a:pt x="736140" y="208280"/>
                  <a:pt x="661627" y="196308"/>
                  <a:pt x="721487" y="208280"/>
                </a:cubicBezTo>
                <a:cubicBezTo>
                  <a:pt x="731647" y="213360"/>
                  <a:pt x="741587" y="218907"/>
                  <a:pt x="751967" y="223520"/>
                </a:cubicBezTo>
                <a:cubicBezTo>
                  <a:pt x="756860" y="225695"/>
                  <a:pt x="761852" y="228600"/>
                  <a:pt x="767207" y="228600"/>
                </a:cubicBezTo>
                <a:cubicBezTo>
                  <a:pt x="775841" y="228600"/>
                  <a:pt x="784140" y="225213"/>
                  <a:pt x="792607" y="223520"/>
                </a:cubicBezTo>
                <a:cubicBezTo>
                  <a:pt x="799380" y="215053"/>
                  <a:pt x="810987" y="208788"/>
                  <a:pt x="812927" y="198120"/>
                </a:cubicBezTo>
                <a:cubicBezTo>
                  <a:pt x="838314" y="58493"/>
                  <a:pt x="791355" y="8283"/>
                  <a:pt x="853567" y="101600"/>
                </a:cubicBezTo>
                <a:cubicBezTo>
                  <a:pt x="855260" y="111760"/>
                  <a:pt x="857444" y="121850"/>
                  <a:pt x="858647" y="132080"/>
                </a:cubicBezTo>
                <a:cubicBezTo>
                  <a:pt x="860832" y="150655"/>
                  <a:pt x="849593" y="175711"/>
                  <a:pt x="863727" y="187960"/>
                </a:cubicBezTo>
                <a:cubicBezTo>
                  <a:pt x="881824" y="203644"/>
                  <a:pt x="911140" y="194733"/>
                  <a:pt x="934847" y="198120"/>
                </a:cubicBezTo>
                <a:cubicBezTo>
                  <a:pt x="943314" y="189653"/>
                  <a:pt x="948436" y="174688"/>
                  <a:pt x="960247" y="172720"/>
                </a:cubicBezTo>
                <a:cubicBezTo>
                  <a:pt x="992027" y="167423"/>
                  <a:pt x="1024569" y="176670"/>
                  <a:pt x="1056767" y="177800"/>
                </a:cubicBezTo>
                <a:lnTo>
                  <a:pt x="1249807" y="182880"/>
                </a:lnTo>
                <a:cubicBezTo>
                  <a:pt x="1256580" y="189653"/>
                  <a:pt x="1263763" y="196041"/>
                  <a:pt x="1270127" y="203200"/>
                </a:cubicBezTo>
                <a:cubicBezTo>
                  <a:pt x="1284430" y="219291"/>
                  <a:pt x="1299799" y="240800"/>
                  <a:pt x="1310767" y="259080"/>
                </a:cubicBezTo>
                <a:cubicBezTo>
                  <a:pt x="1314663" y="265574"/>
                  <a:pt x="1314279" y="275774"/>
                  <a:pt x="1320927" y="279400"/>
                </a:cubicBezTo>
                <a:cubicBezTo>
                  <a:pt x="1334632" y="286876"/>
                  <a:pt x="1351407" y="286173"/>
                  <a:pt x="1366647" y="289560"/>
                </a:cubicBezTo>
                <a:cubicBezTo>
                  <a:pt x="1535365" y="252067"/>
                  <a:pt x="1493716" y="306890"/>
                  <a:pt x="1508887" y="208280"/>
                </a:cubicBezTo>
                <a:cubicBezTo>
                  <a:pt x="1509701" y="202987"/>
                  <a:pt x="1512274" y="198120"/>
                  <a:pt x="1513967" y="193040"/>
                </a:cubicBezTo>
                <a:lnTo>
                  <a:pt x="1559687" y="198120"/>
                </a:lnTo>
                <a:cubicBezTo>
                  <a:pt x="1568125" y="204027"/>
                  <a:pt x="1557069" y="235443"/>
                  <a:pt x="1564767" y="228600"/>
                </a:cubicBezTo>
                <a:cubicBezTo>
                  <a:pt x="1585174" y="210460"/>
                  <a:pt x="1586100" y="176787"/>
                  <a:pt x="1605407" y="157480"/>
                </a:cubicBezTo>
                <a:cubicBezTo>
                  <a:pt x="1641462" y="121425"/>
                  <a:pt x="1696778" y="116492"/>
                  <a:pt x="1742567" y="106680"/>
                </a:cubicBezTo>
                <a:cubicBezTo>
                  <a:pt x="1822955" y="124544"/>
                  <a:pt x="1828238" y="99305"/>
                  <a:pt x="1844167" y="152400"/>
                </a:cubicBezTo>
                <a:cubicBezTo>
                  <a:pt x="1846648" y="160670"/>
                  <a:pt x="1847554" y="169333"/>
                  <a:pt x="1849247" y="177800"/>
                </a:cubicBezTo>
                <a:cubicBezTo>
                  <a:pt x="1855161" y="124577"/>
                  <a:pt x="1846997" y="59493"/>
                  <a:pt x="1966087" y="137160"/>
                </a:cubicBezTo>
                <a:cubicBezTo>
                  <a:pt x="1985995" y="150143"/>
                  <a:pt x="1969474" y="184573"/>
                  <a:pt x="1971167" y="208280"/>
                </a:cubicBezTo>
                <a:cubicBezTo>
                  <a:pt x="1976848" y="199759"/>
                  <a:pt x="2013125" y="141826"/>
                  <a:pt x="2027047" y="132080"/>
                </a:cubicBezTo>
                <a:cubicBezTo>
                  <a:pt x="2034121" y="127129"/>
                  <a:pt x="2043980" y="128693"/>
                  <a:pt x="2052447" y="127000"/>
                </a:cubicBezTo>
                <a:cubicBezTo>
                  <a:pt x="2064300" y="138853"/>
                  <a:pt x="2078942" y="148459"/>
                  <a:pt x="2088007" y="162560"/>
                </a:cubicBezTo>
                <a:cubicBezTo>
                  <a:pt x="2145569" y="252101"/>
                  <a:pt x="2054662" y="154615"/>
                  <a:pt x="2118487" y="218440"/>
                </a:cubicBezTo>
                <a:cubicBezTo>
                  <a:pt x="2138807" y="216747"/>
                  <a:pt x="2159282" y="216385"/>
                  <a:pt x="2179447" y="213360"/>
                </a:cubicBezTo>
                <a:cubicBezTo>
                  <a:pt x="2193256" y="211289"/>
                  <a:pt x="2206133" y="203717"/>
                  <a:pt x="2220087" y="203200"/>
                </a:cubicBezTo>
                <a:cubicBezTo>
                  <a:pt x="2252283" y="202008"/>
                  <a:pt x="2284434" y="206587"/>
                  <a:pt x="2316607" y="208280"/>
                </a:cubicBezTo>
                <a:cubicBezTo>
                  <a:pt x="2332060" y="228883"/>
                  <a:pt x="2340130" y="253613"/>
                  <a:pt x="2362327" y="198120"/>
                </a:cubicBezTo>
                <a:cubicBezTo>
                  <a:pt x="2374538" y="167593"/>
                  <a:pt x="2364409" y="128957"/>
                  <a:pt x="2382647" y="101600"/>
                </a:cubicBezTo>
                <a:cubicBezTo>
                  <a:pt x="2386034" y="96520"/>
                  <a:pt x="2388039" y="90174"/>
                  <a:pt x="2392807" y="86360"/>
                </a:cubicBezTo>
                <a:cubicBezTo>
                  <a:pt x="2396988" y="83015"/>
                  <a:pt x="2402967" y="82973"/>
                  <a:pt x="2408047" y="81280"/>
                </a:cubicBezTo>
                <a:cubicBezTo>
                  <a:pt x="2553057" y="110282"/>
                  <a:pt x="2337225" y="50276"/>
                  <a:pt x="2469007" y="193040"/>
                </a:cubicBezTo>
                <a:cubicBezTo>
                  <a:pt x="2483027" y="208228"/>
                  <a:pt x="2519807" y="157480"/>
                  <a:pt x="2519807" y="157480"/>
                </a:cubicBezTo>
                <a:cubicBezTo>
                  <a:pt x="2543514" y="162560"/>
                  <a:pt x="2568642" y="163169"/>
                  <a:pt x="2590927" y="172720"/>
                </a:cubicBezTo>
                <a:cubicBezTo>
                  <a:pt x="2605276" y="178870"/>
                  <a:pt x="2614113" y="193681"/>
                  <a:pt x="2626487" y="203200"/>
                </a:cubicBezTo>
                <a:cubicBezTo>
                  <a:pt x="2636166" y="210645"/>
                  <a:pt x="2646964" y="216518"/>
                  <a:pt x="2656967" y="223520"/>
                </a:cubicBezTo>
                <a:cubicBezTo>
                  <a:pt x="2663903" y="228375"/>
                  <a:pt x="2670514" y="233680"/>
                  <a:pt x="2677287" y="238760"/>
                </a:cubicBezTo>
                <a:cubicBezTo>
                  <a:pt x="2709460" y="230293"/>
                  <a:pt x="2741184" y="219885"/>
                  <a:pt x="2773807" y="213360"/>
                </a:cubicBezTo>
                <a:cubicBezTo>
                  <a:pt x="2792147" y="209692"/>
                  <a:pt x="2811098" y="210345"/>
                  <a:pt x="2829687" y="208280"/>
                </a:cubicBezTo>
                <a:cubicBezTo>
                  <a:pt x="2949142" y="195007"/>
                  <a:pt x="2744822" y="213235"/>
                  <a:pt x="2926207" y="198120"/>
                </a:cubicBezTo>
                <a:cubicBezTo>
                  <a:pt x="2936367" y="159173"/>
                  <a:pt x="2947204" y="120397"/>
                  <a:pt x="2956687" y="81280"/>
                </a:cubicBezTo>
                <a:cubicBezTo>
                  <a:pt x="2960756" y="64497"/>
                  <a:pt x="2962964" y="47306"/>
                  <a:pt x="2966847" y="30480"/>
                </a:cubicBezTo>
                <a:cubicBezTo>
                  <a:pt x="2968051" y="25262"/>
                  <a:pt x="2968582" y="19421"/>
                  <a:pt x="2971927" y="15240"/>
                </a:cubicBezTo>
                <a:cubicBezTo>
                  <a:pt x="2975741" y="10472"/>
                  <a:pt x="2981375" y="7011"/>
                  <a:pt x="2987167" y="5080"/>
                </a:cubicBezTo>
                <a:cubicBezTo>
                  <a:pt x="2996939" y="1823"/>
                  <a:pt x="3007487" y="1693"/>
                  <a:pt x="3017647" y="0"/>
                </a:cubicBezTo>
                <a:cubicBezTo>
                  <a:pt x="3036274" y="1693"/>
                  <a:pt x="3056545" y="-2758"/>
                  <a:pt x="3073527" y="5080"/>
                </a:cubicBezTo>
                <a:cubicBezTo>
                  <a:pt x="3081807" y="8901"/>
                  <a:pt x="3084694" y="21417"/>
                  <a:pt x="3083687" y="30480"/>
                </a:cubicBezTo>
                <a:cubicBezTo>
                  <a:pt x="3081144" y="53371"/>
                  <a:pt x="3072721" y="75473"/>
                  <a:pt x="3063367" y="96520"/>
                </a:cubicBezTo>
                <a:cubicBezTo>
                  <a:pt x="3055881" y="113363"/>
                  <a:pt x="3028281" y="134028"/>
                  <a:pt x="3017647" y="147320"/>
                </a:cubicBezTo>
                <a:cubicBezTo>
                  <a:pt x="3011479" y="155030"/>
                  <a:pt x="3007487" y="164253"/>
                  <a:pt x="3002407" y="172720"/>
                </a:cubicBezTo>
                <a:cubicBezTo>
                  <a:pt x="3004100" y="186267"/>
                  <a:pt x="2997213" y="204370"/>
                  <a:pt x="3007487" y="213360"/>
                </a:cubicBezTo>
                <a:cubicBezTo>
                  <a:pt x="3016498" y="221245"/>
                  <a:pt x="3031236" y="210248"/>
                  <a:pt x="3043047" y="208280"/>
                </a:cubicBezTo>
                <a:cubicBezTo>
                  <a:pt x="3061721" y="205168"/>
                  <a:pt x="3080300" y="201507"/>
                  <a:pt x="3098927" y="198120"/>
                </a:cubicBezTo>
                <a:cubicBezTo>
                  <a:pt x="3107394" y="193040"/>
                  <a:pt x="3115659" y="187608"/>
                  <a:pt x="3124327" y="182880"/>
                </a:cubicBezTo>
                <a:cubicBezTo>
                  <a:pt x="3189191" y="147499"/>
                  <a:pt x="3163347" y="168297"/>
                  <a:pt x="3286887" y="177800"/>
                </a:cubicBezTo>
                <a:cubicBezTo>
                  <a:pt x="3297047" y="182880"/>
                  <a:pt x="3306692" y="189158"/>
                  <a:pt x="3317367" y="193040"/>
                </a:cubicBezTo>
                <a:cubicBezTo>
                  <a:pt x="3325481" y="195991"/>
                  <a:pt x="3334133" y="198120"/>
                  <a:pt x="3342767" y="198120"/>
                </a:cubicBezTo>
                <a:cubicBezTo>
                  <a:pt x="3353704" y="198120"/>
                  <a:pt x="3380414" y="186109"/>
                  <a:pt x="3388487" y="182880"/>
                </a:cubicBezTo>
                <a:cubicBezTo>
                  <a:pt x="3403727" y="184573"/>
                  <a:pt x="3418873" y="187960"/>
                  <a:pt x="3434207" y="187960"/>
                </a:cubicBezTo>
                <a:cubicBezTo>
                  <a:pt x="3474786" y="187960"/>
                  <a:pt x="3487446" y="184424"/>
                  <a:pt x="3520567" y="177800"/>
                </a:cubicBezTo>
                <a:cubicBezTo>
                  <a:pt x="3537500" y="182880"/>
                  <a:pt x="3555315" y="185632"/>
                  <a:pt x="3571367" y="193040"/>
                </a:cubicBezTo>
                <a:cubicBezTo>
                  <a:pt x="3577890" y="196051"/>
                  <a:pt x="3579699" y="206306"/>
                  <a:pt x="3586607" y="208280"/>
                </a:cubicBezTo>
                <a:cubicBezTo>
                  <a:pt x="3604591" y="213418"/>
                  <a:pt x="3623860" y="211667"/>
                  <a:pt x="3642487" y="213360"/>
                </a:cubicBezTo>
                <a:cubicBezTo>
                  <a:pt x="3672967" y="209973"/>
                  <a:pt x="3703591" y="207694"/>
                  <a:pt x="3733927" y="203200"/>
                </a:cubicBezTo>
                <a:cubicBezTo>
                  <a:pt x="3764495" y="198671"/>
                  <a:pt x="3771826" y="195647"/>
                  <a:pt x="3794887" y="187960"/>
                </a:cubicBezTo>
                <a:cubicBezTo>
                  <a:pt x="3796580" y="174413"/>
                  <a:pt x="3786315" y="147320"/>
                  <a:pt x="3799967" y="147320"/>
                </a:cubicBezTo>
                <a:cubicBezTo>
                  <a:pt x="3929479" y="147320"/>
                  <a:pt x="3870035" y="180279"/>
                  <a:pt x="3932047" y="218440"/>
                </a:cubicBezTo>
                <a:cubicBezTo>
                  <a:pt x="3942546" y="224901"/>
                  <a:pt x="3955754" y="225213"/>
                  <a:pt x="3967607" y="228600"/>
                </a:cubicBezTo>
                <a:cubicBezTo>
                  <a:pt x="4007271" y="216396"/>
                  <a:pt x="4035385" y="206456"/>
                  <a:pt x="4074287" y="198120"/>
                </a:cubicBezTo>
                <a:cubicBezTo>
                  <a:pt x="4084359" y="195962"/>
                  <a:pt x="4094607" y="194733"/>
                  <a:pt x="4104767" y="193040"/>
                </a:cubicBezTo>
                <a:cubicBezTo>
                  <a:pt x="4125087" y="198120"/>
                  <a:pt x="4145033" y="205047"/>
                  <a:pt x="4165727" y="208280"/>
                </a:cubicBezTo>
                <a:cubicBezTo>
                  <a:pt x="4199355" y="213534"/>
                  <a:pt x="4233534" y="214385"/>
                  <a:pt x="4267327" y="218440"/>
                </a:cubicBezTo>
                <a:cubicBezTo>
                  <a:pt x="4275900" y="219469"/>
                  <a:pt x="4284260" y="221827"/>
                  <a:pt x="4292727" y="223520"/>
                </a:cubicBezTo>
                <a:cubicBezTo>
                  <a:pt x="4297807" y="220133"/>
                  <a:pt x="4303166" y="217132"/>
                  <a:pt x="4307967" y="213360"/>
                </a:cubicBezTo>
                <a:cubicBezTo>
                  <a:pt x="4326891" y="198491"/>
                  <a:pt x="4339927" y="170298"/>
                  <a:pt x="4363847" y="167640"/>
                </a:cubicBezTo>
                <a:lnTo>
                  <a:pt x="4409567" y="162560"/>
                </a:lnTo>
                <a:cubicBezTo>
                  <a:pt x="4429887" y="167640"/>
                  <a:pt x="4450080" y="173256"/>
                  <a:pt x="4470527" y="177800"/>
                </a:cubicBezTo>
                <a:cubicBezTo>
                  <a:pt x="4480582" y="180034"/>
                  <a:pt x="4490725" y="183485"/>
                  <a:pt x="4501007" y="182880"/>
                </a:cubicBezTo>
                <a:cubicBezTo>
                  <a:pt x="4519906" y="181768"/>
                  <a:pt x="4538260" y="176107"/>
                  <a:pt x="4556887" y="172720"/>
                </a:cubicBezTo>
                <a:cubicBezTo>
                  <a:pt x="4560274" y="181187"/>
                  <a:pt x="4560599" y="191672"/>
                  <a:pt x="4567047" y="198120"/>
                </a:cubicBezTo>
                <a:cubicBezTo>
                  <a:pt x="4587178" y="218251"/>
                  <a:pt x="4595439" y="190674"/>
                  <a:pt x="4607687" y="182880"/>
                </a:cubicBezTo>
                <a:cubicBezTo>
                  <a:pt x="4618567" y="175956"/>
                  <a:pt x="4631394" y="172720"/>
                  <a:pt x="4643247" y="167640"/>
                </a:cubicBezTo>
                <a:cubicBezTo>
                  <a:pt x="4673727" y="172720"/>
                  <a:pt x="4706846" y="169475"/>
                  <a:pt x="4734687" y="182880"/>
                </a:cubicBezTo>
                <a:cubicBezTo>
                  <a:pt x="4755213" y="192763"/>
                  <a:pt x="4763380" y="218545"/>
                  <a:pt x="4780407" y="233680"/>
                </a:cubicBezTo>
                <a:cubicBezTo>
                  <a:pt x="4816245" y="265536"/>
                  <a:pt x="4816211" y="262177"/>
                  <a:pt x="4851527" y="269240"/>
                </a:cubicBezTo>
                <a:cubicBezTo>
                  <a:pt x="4888780" y="264160"/>
                  <a:pt x="4926652" y="262454"/>
                  <a:pt x="4963287" y="254000"/>
                </a:cubicBezTo>
                <a:cubicBezTo>
                  <a:pt x="4971537" y="252096"/>
                  <a:pt x="4976996" y="244049"/>
                  <a:pt x="4983607" y="238760"/>
                </a:cubicBezTo>
                <a:cubicBezTo>
                  <a:pt x="4993934" y="230498"/>
                  <a:pt x="5002399" y="219548"/>
                  <a:pt x="5014087" y="213360"/>
                </a:cubicBezTo>
                <a:cubicBezTo>
                  <a:pt x="5054632" y="191895"/>
                  <a:pt x="5069701" y="193073"/>
                  <a:pt x="5110607" y="187960"/>
                </a:cubicBezTo>
                <a:cubicBezTo>
                  <a:pt x="5113994" y="171027"/>
                  <a:pt x="5119946" y="154409"/>
                  <a:pt x="5120767" y="137160"/>
                </a:cubicBezTo>
                <a:cubicBezTo>
                  <a:pt x="5121657" y="118478"/>
                  <a:pt x="5118332" y="99795"/>
                  <a:pt x="5115687" y="81280"/>
                </a:cubicBezTo>
                <a:cubicBezTo>
                  <a:pt x="5114930" y="75979"/>
                  <a:pt x="5105356" y="67090"/>
                  <a:pt x="5110607" y="66040"/>
                </a:cubicBezTo>
                <a:cubicBezTo>
                  <a:pt x="5128947" y="62372"/>
                  <a:pt x="5147860" y="69427"/>
                  <a:pt x="5166487" y="71120"/>
                </a:cubicBezTo>
                <a:cubicBezTo>
                  <a:pt x="5169874" y="116840"/>
                  <a:pt x="5154553" y="168110"/>
                  <a:pt x="5176647" y="208280"/>
                </a:cubicBezTo>
                <a:cubicBezTo>
                  <a:pt x="5185951" y="225197"/>
                  <a:pt x="5207628" y="185191"/>
                  <a:pt x="5222367" y="172720"/>
                </a:cubicBezTo>
                <a:cubicBezTo>
                  <a:pt x="5229679" y="166533"/>
                  <a:pt x="5236379" y="159609"/>
                  <a:pt x="5242687" y="152400"/>
                </a:cubicBezTo>
                <a:cubicBezTo>
                  <a:pt x="5248262" y="146028"/>
                  <a:pt x="5250747" y="136567"/>
                  <a:pt x="5257927" y="132080"/>
                </a:cubicBezTo>
                <a:cubicBezTo>
                  <a:pt x="5265249" y="127504"/>
                  <a:pt x="5274860" y="128693"/>
                  <a:pt x="5283327" y="127000"/>
                </a:cubicBezTo>
                <a:cubicBezTo>
                  <a:pt x="5296874" y="128693"/>
                  <a:pt x="5312260" y="125056"/>
                  <a:pt x="5323967" y="132080"/>
                </a:cubicBezTo>
                <a:cubicBezTo>
                  <a:pt x="5331786" y="136772"/>
                  <a:pt x="5331243" y="148829"/>
                  <a:pt x="5334127" y="157480"/>
                </a:cubicBezTo>
                <a:cubicBezTo>
                  <a:pt x="5338025" y="169175"/>
                  <a:pt x="5340900" y="181187"/>
                  <a:pt x="5344287" y="193040"/>
                </a:cubicBezTo>
                <a:cubicBezTo>
                  <a:pt x="5389288" y="136788"/>
                  <a:pt x="5363889" y="136981"/>
                  <a:pt x="5405247" y="147320"/>
                </a:cubicBezTo>
                <a:cubicBezTo>
                  <a:pt x="5424772" y="257960"/>
                  <a:pt x="5412456" y="205573"/>
                  <a:pt x="5440807" y="304800"/>
                </a:cubicBezTo>
                <a:cubicBezTo>
                  <a:pt x="5442123" y="323229"/>
                  <a:pt x="5452667" y="421628"/>
                  <a:pt x="5440807" y="441960"/>
                </a:cubicBezTo>
                <a:cubicBezTo>
                  <a:pt x="5435617" y="450857"/>
                  <a:pt x="5420487" y="438573"/>
                  <a:pt x="5410327" y="436880"/>
                </a:cubicBezTo>
                <a:cubicBezTo>
                  <a:pt x="5399115" y="421931"/>
                  <a:pt x="5393998" y="413113"/>
                  <a:pt x="5379847" y="401320"/>
                </a:cubicBezTo>
                <a:cubicBezTo>
                  <a:pt x="5375157" y="397411"/>
                  <a:pt x="5369687" y="394547"/>
                  <a:pt x="5364607" y="391160"/>
                </a:cubicBezTo>
                <a:cubicBezTo>
                  <a:pt x="5344287" y="396240"/>
                  <a:pt x="5324294" y="402875"/>
                  <a:pt x="5303647" y="406400"/>
                </a:cubicBezTo>
                <a:cubicBezTo>
                  <a:pt x="5254782" y="414743"/>
                  <a:pt x="5204753" y="416127"/>
                  <a:pt x="5156327" y="426720"/>
                </a:cubicBezTo>
                <a:cubicBezTo>
                  <a:pt x="5148587" y="428413"/>
                  <a:pt x="5129503" y="459233"/>
                  <a:pt x="5125847" y="462280"/>
                </a:cubicBezTo>
                <a:cubicBezTo>
                  <a:pt x="5121733" y="465708"/>
                  <a:pt x="5115687" y="465667"/>
                  <a:pt x="5110607" y="467360"/>
                </a:cubicBezTo>
                <a:cubicBezTo>
                  <a:pt x="5100447" y="463973"/>
                  <a:pt x="5090783" y="458266"/>
                  <a:pt x="5080127" y="457200"/>
                </a:cubicBezTo>
                <a:cubicBezTo>
                  <a:pt x="5039654" y="453153"/>
                  <a:pt x="4998150" y="459801"/>
                  <a:pt x="4958207" y="452120"/>
                </a:cubicBezTo>
                <a:cubicBezTo>
                  <a:pt x="4950770" y="450690"/>
                  <a:pt x="4952449" y="437962"/>
                  <a:pt x="4948047" y="431800"/>
                </a:cubicBezTo>
                <a:cubicBezTo>
                  <a:pt x="4943871" y="425954"/>
                  <a:pt x="4937887" y="421640"/>
                  <a:pt x="4932807" y="416560"/>
                </a:cubicBezTo>
                <a:cubicBezTo>
                  <a:pt x="4880314" y="419947"/>
                  <a:pt x="4827880" y="424435"/>
                  <a:pt x="4775327" y="426720"/>
                </a:cubicBezTo>
                <a:cubicBezTo>
                  <a:pt x="4711019" y="429516"/>
                  <a:pt x="4646507" y="427421"/>
                  <a:pt x="4582287" y="431800"/>
                </a:cubicBezTo>
                <a:cubicBezTo>
                  <a:pt x="4571602" y="432529"/>
                  <a:pt x="4562516" y="441830"/>
                  <a:pt x="4551807" y="441960"/>
                </a:cubicBezTo>
                <a:lnTo>
                  <a:pt x="2905887" y="452120"/>
                </a:lnTo>
                <a:cubicBezTo>
                  <a:pt x="2599482" y="459246"/>
                  <a:pt x="2738548" y="458899"/>
                  <a:pt x="2377567" y="452120"/>
                </a:cubicBezTo>
                <a:lnTo>
                  <a:pt x="1605407" y="436880"/>
                </a:lnTo>
                <a:cubicBezTo>
                  <a:pt x="1598634" y="430107"/>
                  <a:pt x="1593210" y="421637"/>
                  <a:pt x="1585087" y="416560"/>
                </a:cubicBezTo>
                <a:cubicBezTo>
                  <a:pt x="1562043" y="402157"/>
                  <a:pt x="1550258" y="419771"/>
                  <a:pt x="1529207" y="431800"/>
                </a:cubicBezTo>
                <a:cubicBezTo>
                  <a:pt x="1527514" y="501227"/>
                  <a:pt x="1530711" y="570946"/>
                  <a:pt x="1524127" y="640080"/>
                </a:cubicBezTo>
                <a:cubicBezTo>
                  <a:pt x="1523619" y="645411"/>
                  <a:pt x="1514226" y="645571"/>
                  <a:pt x="1508887" y="645160"/>
                </a:cubicBezTo>
                <a:cubicBezTo>
                  <a:pt x="1491669" y="643836"/>
                  <a:pt x="1475020" y="638387"/>
                  <a:pt x="1458087" y="635000"/>
                </a:cubicBezTo>
                <a:cubicBezTo>
                  <a:pt x="1425952" y="570730"/>
                  <a:pt x="1450932" y="633293"/>
                  <a:pt x="1447927" y="513080"/>
                </a:cubicBezTo>
                <a:cubicBezTo>
                  <a:pt x="1446992" y="475685"/>
                  <a:pt x="1441154" y="438573"/>
                  <a:pt x="1437767" y="401320"/>
                </a:cubicBezTo>
                <a:lnTo>
                  <a:pt x="1051687" y="406400"/>
                </a:lnTo>
                <a:cubicBezTo>
                  <a:pt x="1038806" y="407021"/>
                  <a:pt x="1027506" y="415571"/>
                  <a:pt x="1016127" y="421640"/>
                </a:cubicBezTo>
                <a:cubicBezTo>
                  <a:pt x="827605" y="522185"/>
                  <a:pt x="1088080" y="390743"/>
                  <a:pt x="945007" y="462280"/>
                </a:cubicBezTo>
                <a:lnTo>
                  <a:pt x="848487" y="441960"/>
                </a:lnTo>
                <a:cubicBezTo>
                  <a:pt x="826389" y="437356"/>
                  <a:pt x="810774" y="434184"/>
                  <a:pt x="787527" y="431800"/>
                </a:cubicBezTo>
                <a:lnTo>
                  <a:pt x="624967" y="416560"/>
                </a:lnTo>
                <a:lnTo>
                  <a:pt x="20447" y="44196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16000"/>
            </a:schemeClr>
          </a:solidFill>
          <a:ln>
            <a:solidFill>
              <a:schemeClr val="accent5">
                <a:lumMod val="60000"/>
                <a:lumOff val="40000"/>
                <a:alpha val="1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CE575-5F1B-F34F-CD9F-A8398787A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785064"/>
            <a:ext cx="10972800" cy="1287872"/>
          </a:xfrm>
        </p:spPr>
        <p:txBody>
          <a:bodyPr>
            <a:normAutofit/>
          </a:bodyPr>
          <a:lstStyle/>
          <a:p>
            <a:r>
              <a:rPr lang="pt-PT" sz="4000" dirty="0" err="1">
                <a:ln>
                  <a:solidFill>
                    <a:schemeClr val="accent5">
                      <a:lumMod val="60000"/>
                      <a:lumOff val="40000"/>
                      <a:alpha val="16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  <a:alpha val="16000"/>
                  </a:schemeClr>
                </a:solidFill>
                <a:latin typeface="Elms Sans" pitchFamily="2" charset="0"/>
                <a:cs typeface="Elms Sans" pitchFamily="2" charset="0"/>
              </a:rPr>
              <a:t>make</a:t>
            </a:r>
            <a:r>
              <a:rPr lang="pt-PT" sz="4000" dirty="0">
                <a:ln>
                  <a:solidFill>
                    <a:schemeClr val="accent5">
                      <a:lumMod val="60000"/>
                      <a:lumOff val="40000"/>
                      <a:alpha val="16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  <a:alpha val="16000"/>
                  </a:schemeClr>
                </a:solidFill>
                <a:latin typeface="Elms Sans" pitchFamily="2" charset="0"/>
                <a:cs typeface="Elms Sans" pitchFamily="2" charset="0"/>
              </a:rPr>
              <a:t> </a:t>
            </a:r>
            <a:r>
              <a:rPr lang="pt-PT" sz="4000" dirty="0" err="1">
                <a:ln>
                  <a:solidFill>
                    <a:schemeClr val="accent5">
                      <a:lumMod val="60000"/>
                      <a:lumOff val="40000"/>
                      <a:alpha val="16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  <a:alpha val="16000"/>
                  </a:schemeClr>
                </a:solidFill>
                <a:latin typeface="Elms Sans" pitchFamily="2" charset="0"/>
                <a:cs typeface="Elms Sans" pitchFamily="2" charset="0"/>
              </a:rPr>
              <a:t>pitch</a:t>
            </a:r>
            <a:r>
              <a:rPr lang="pt-PT" sz="4000" dirty="0">
                <a:ln>
                  <a:solidFill>
                    <a:schemeClr val="accent5">
                      <a:lumMod val="60000"/>
                      <a:lumOff val="40000"/>
                      <a:alpha val="16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  <a:alpha val="16000"/>
                  </a:schemeClr>
                </a:solidFill>
                <a:latin typeface="Elms Sans" pitchFamily="2" charset="0"/>
                <a:cs typeface="Elms Sans" pitchFamily="2" charset="0"/>
              </a:rPr>
              <a:t> for mandu</a:t>
            </a:r>
            <a:endParaRPr lang="pt-PT" sz="1800" dirty="0">
              <a:ln>
                <a:solidFill>
                  <a:schemeClr val="accent5">
                    <a:lumMod val="60000"/>
                    <a:lumOff val="40000"/>
                    <a:alpha val="16000"/>
                  </a:schemeClr>
                </a:solidFill>
              </a:ln>
              <a:solidFill>
                <a:schemeClr val="accent5">
                  <a:lumMod val="60000"/>
                  <a:lumOff val="40000"/>
                  <a:alpha val="16000"/>
                </a:schemeClr>
              </a:solidFill>
              <a:latin typeface="Elms Sans" pitchFamily="2" charset="0"/>
              <a:cs typeface="Elms Sans" pitchFamily="2" charset="0"/>
            </a:endParaRPr>
          </a:p>
        </p:txBody>
      </p:sp>
      <p:pic>
        <p:nvPicPr>
          <p:cNvPr id="4" name="Gráfico 3" descr="Ajuda com preenchimento sólido">
            <a:extLst>
              <a:ext uri="{FF2B5EF4-FFF2-40B4-BE49-F238E27FC236}">
                <a16:creationId xmlns:a16="http://schemas.microsoft.com/office/drawing/2014/main" id="{5DBAA308-B57D-E409-865E-CD888E337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1683" y="412953"/>
            <a:ext cx="690717" cy="69071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C27D211-3E1D-DF6F-B25E-C04B4A5D97B8}"/>
              </a:ext>
            </a:extLst>
          </p:cNvPr>
          <p:cNvSpPr txBox="1">
            <a:spLocks/>
          </p:cNvSpPr>
          <p:nvPr/>
        </p:nvSpPr>
        <p:spPr>
          <a:xfrm>
            <a:off x="5677318" y="3617406"/>
            <a:ext cx="837363" cy="26628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dirty="0">
                <a:solidFill>
                  <a:srgbClr val="EDEBD7"/>
                </a:solidFill>
                <a:latin typeface="Elms Sans" pitchFamily="2" charset="0"/>
                <a:cs typeface="Elms Sans" pitchFamily="2" charset="0"/>
              </a:rPr>
              <a:t>00:08:00</a:t>
            </a:r>
          </a:p>
        </p:txBody>
      </p:sp>
    </p:spTree>
    <p:extLst>
      <p:ext uri="{BB962C8B-B14F-4D97-AF65-F5344CB8AC3E}">
        <p14:creationId xmlns:p14="http://schemas.microsoft.com/office/powerpoint/2010/main" val="2822620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D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DBA4C-BA1B-A449-2D03-64BAEEA3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205AC-0E5C-4CB7-C253-5BBA06A0E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785064"/>
            <a:ext cx="10972800" cy="1287872"/>
          </a:xfrm>
        </p:spPr>
        <p:txBody>
          <a:bodyPr>
            <a:normAutofit/>
          </a:bodyPr>
          <a:lstStyle/>
          <a:p>
            <a:r>
              <a:rPr lang="pt-PT" sz="1800" dirty="0">
                <a:solidFill>
                  <a:srgbClr val="EDEBD7"/>
                </a:solidFill>
                <a:latin typeface="Elms Sans" pitchFamily="2" charset="0"/>
                <a:cs typeface="Elms Sans" pitchFamily="2" charset="0"/>
              </a:rPr>
              <a:t>00:08:00</a:t>
            </a:r>
          </a:p>
        </p:txBody>
      </p:sp>
      <p:pic>
        <p:nvPicPr>
          <p:cNvPr id="4" name="Gráfico 3" descr="Ajuda com preenchimento sólido">
            <a:extLst>
              <a:ext uri="{FF2B5EF4-FFF2-40B4-BE49-F238E27FC236}">
                <a16:creationId xmlns:a16="http://schemas.microsoft.com/office/drawing/2014/main" id="{B0180ED6-5366-424B-2C8C-5667C5E1E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1683" y="412953"/>
            <a:ext cx="690717" cy="69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878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41</Words>
  <Application>Microsoft Office PowerPoint</Application>
  <PresentationFormat>Ecrã Panorâmico</PresentationFormat>
  <Paragraphs>13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Elms Sans</vt:lpstr>
      <vt:lpstr>Elms Sans Black</vt:lpstr>
      <vt:lpstr>Elms Sans Thin</vt:lpstr>
      <vt:lpstr>Tema do Office</vt:lpstr>
      <vt:lpstr>Apresentação do PowerPoint</vt:lpstr>
      <vt:lpstr>Apresentação do PowerPoint</vt:lpstr>
      <vt:lpstr>make pitch for mandu</vt:lpstr>
      <vt:lpstr>5 min make pitch for mandu</vt:lpstr>
      <vt:lpstr>make pitch for mandu</vt:lpstr>
      <vt:lpstr>make pitch for mandu</vt:lpstr>
      <vt:lpstr>make pitch for mandu</vt:lpstr>
      <vt:lpstr>00:08:00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Armando Gonçalves</dc:creator>
  <cp:lastModifiedBy>Armando Gonçalves</cp:lastModifiedBy>
  <cp:revision>1</cp:revision>
  <dcterms:created xsi:type="dcterms:W3CDTF">2026-04-23T23:59:45Z</dcterms:created>
  <dcterms:modified xsi:type="dcterms:W3CDTF">2026-04-24T13:47:18Z</dcterms:modified>
</cp:coreProperties>
</file>